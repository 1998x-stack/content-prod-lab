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China Media Intelligence · 2026-08-20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全球媒体中国研究情报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360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2026-08-20｜手动执行版｜截止 14:50 北京时间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58368" y="278892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35224"/>
            <a:ext cx="5202936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一句话判断：最近7天的新增证据没有指向单一“危机”，而是指向一种更复杂的组合：内需偏弱、政策仍谨慎、外部规则压力上升，同时AI/机器人被国家叙事和资本市场共同放大。</a:t>
            </a:r>
            <a:endParaRPr lang="en-US" sz="1350" dirty="0"/>
          </a:p>
        </p:txBody>
      </p:sp>
      <p:pic>
        <p:nvPicPr>
          <p:cNvPr id="9" name="Image 0" descr="/mnt/data/china_media_manual_run/charts/06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596761"/>
            <a:ext cx="4526280" cy="288723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China Media Intelligence · 2026-08-20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498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核心判断：三条主线同时收紧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9601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0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宏观、外部规则与产业叙事正在相互叠加，而不是彼此独立。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655064"/>
            <a:ext cx="3236976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1｜内需约束已经从数据层面显性化：LPR不变说明政策更倾向财政和结构工具，而非全面价格刺激。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655064"/>
            <a:ext cx="3236976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2｜中国企业出海不再只是关税问题，正在进入补贴审查、数据主权和域外管辖的复合阶段。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92440" y="150876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1655064"/>
            <a:ext cx="3236976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3｜AI与机器人叙事强度很高，但真实商业需求与利润质量仍需要第三方订单、复购率和毛利验证。</a:t>
            </a:r>
            <a:endParaRPr lang="en-US" sz="1350" dirty="0"/>
          </a:p>
        </p:txBody>
      </p:sp>
      <p:pic>
        <p:nvPicPr>
          <p:cNvPr id="13" name="Image 0" descr="/mnt/data/china_media_manual_run/charts/03_narrative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8241" y="3063240"/>
            <a:ext cx="3558638" cy="2880360"/>
          </a:xfrm>
          <a:prstGeom prst="rect">
            <a:avLst/>
          </a:prstGeom>
        </p:spPr>
      </p:pic>
      <p:pic>
        <p:nvPicPr>
          <p:cNvPr id="14" name="Image 1" descr="/mnt/data/china_media_manual_run/charts/04_evidence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342" y="3063240"/>
            <a:ext cx="3726676" cy="28803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43000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China Media Intelligence · 2026-08-20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498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LPR不变强化了一个判断：政策不愿用全面降价对冲弱需求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9601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0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宏观分化不是“短期扰动”，而是生产、出口和内需之间的结构差。</a:t>
            </a:r>
            <a:endParaRPr lang="en-US" sz="1050" dirty="0"/>
          </a:p>
        </p:txBody>
      </p:sp>
      <p:pic>
        <p:nvPicPr>
          <p:cNvPr id="7" name="Image 0" descr="/mnt/data/china_media_manual_run/charts/01_macro_diverg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514"/>
            <a:ext cx="5440680" cy="3749533"/>
          </a:xfrm>
          <a:prstGeom prst="rect">
            <a:avLst/>
          </a:prstGeom>
        </p:spPr>
      </p:pic>
      <p:pic>
        <p:nvPicPr>
          <p:cNvPr id="8" name="Image 1" descr="/mnt/data/china_media_manual_run/charts/02_lpr_mac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741724"/>
            <a:ext cx="5212080" cy="32831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5486400"/>
            <a:ext cx="1078992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最关键的含义：7月工业、零售、投资继续分化，而贷款市场报价利率维持1年期3.00%、5年期3.50%不变。货币端没有释放强刺激信号，意味着更可能观察财政执行、消费政策和房地产稳定工具的真实落地。</a:t>
            </a:r>
            <a:endParaRPr lang="en-US" sz="1220" dirty="0"/>
          </a:p>
        </p:txBody>
      </p:sp>
      <p:sp>
        <p:nvSpPr>
          <p:cNvPr id="10" name="Text 6"/>
          <p:cNvSpPr/>
          <p:nvPr/>
        </p:nvSpPr>
        <p:spPr>
          <a:xfrm>
            <a:off x="1143000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China Media Intelligence · 2026-08-20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498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JD.com案显示：出海摩擦正在从关税转向“补贴—数据—管辖权”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9601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0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欧盟FSR调查与中国反域外执行并行，企业面临的是规则冲突而非单点诉讼。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12700">
            <a:solidFill>
              <a:srgbClr val="DBEAFE">
                <a:alpha val="9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48132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共同事实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3657600" cy="10972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欧盟对JD.com/Ceconomy并购MediaMarktSaturn交易启动FSR调查；中国商务部要求境内主体不得协助执行欧盟相关调查要求。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26280" y="141732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12700">
            <a:solidFill>
              <a:srgbClr val="DBEAFE">
                <a:alpha val="9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481328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真正分歧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526280" y="1828800"/>
            <a:ext cx="3657600" cy="1371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欧盟强调内部市场公平竞争和潜在外国补贴扭曲；中国强调反对域外管辖和保护企业正当权益。分歧核心不是一项交易，而是谁有权定义和获取企业补贴与经营数据。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75320" y="141732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12700">
            <a:solidFill>
              <a:srgbClr val="DBEAFE">
                <a:alpha val="9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481328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未来验证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8275320" y="1828800"/>
            <a:ext cx="3154680" cy="128016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10月2日前欧盟调查走向、企业补救承诺、交易结构调整以及中欧是否把FSR纳入制度性磋商，将决定这类摩擦是否扩散。</a:t>
            </a:r>
            <a:endParaRPr lang="en-US" sz="1400" dirty="0"/>
          </a:p>
        </p:txBody>
      </p:sp>
      <p:pic>
        <p:nvPicPr>
          <p:cNvPr id="16" name="Image 0" descr="/mnt/data/china_media_manual_run/charts/04_evidence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4084" y="3794760"/>
            <a:ext cx="2661912" cy="20574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43000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China Media Intelligence · 2026-08-20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498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离岸信托税收趋严：重点不是一次性补税，而是全生命周期纳税治理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9601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0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税务规则从“有没有被发现”走向“设立、运营、终止全链路留痕”。</a:t>
            </a:r>
            <a:endParaRPr lang="en-US" sz="1050" dirty="0"/>
          </a:p>
        </p:txBody>
      </p:sp>
      <p:pic>
        <p:nvPicPr>
          <p:cNvPr id="7" name="Image 0" descr="/mnt/data/china_media_manual_run/charts/07_offshore_ta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88078"/>
            <a:ext cx="4754880" cy="303612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0" y="15544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33872" y="1700784"/>
            <a:ext cx="5065776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：这不是简单“收富人税”。更重要的是，CRS交换、金税系统和反避税规则正在把离岸财富结构纳入持续申报框架。短期影响是税务合规成本上升；中期影响是高净值家庭资产配置、信托设立地和资金回流安排都会更制度化。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0" y="38862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33872" y="4032504"/>
            <a:ext cx="5065776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最强反方：如果只是存量个案追缴，而没有常态化申报与审查，市场影响会小得多。未来应看是否出现更多正式口径、地方执行案例和信托服务机构行为变化。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43000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China Media Intelligence · 2026-08-20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498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机器人叙事正在升温，但“ChatGPT时刻”还缺软件与商业验证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9601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0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Unitree的资本市场热度不能直接等同规模化利润质量。</a:t>
            </a:r>
            <a:endParaRPr lang="en-US" sz="1050" dirty="0"/>
          </a:p>
        </p:txBody>
      </p:sp>
      <p:pic>
        <p:nvPicPr>
          <p:cNvPr id="7" name="Image 0" descr="/mnt/data/china_media_manual_run/charts/05_unitree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29834"/>
            <a:ext cx="5303520" cy="355261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63640" y="1463040"/>
            <a:ext cx="4937760" cy="82296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已确认的事实：Unitree上市、DeepSeek战略入股、机器人出货和政策叙事都在强化“具身智能”方向。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263640" y="2514600"/>
            <a:ext cx="4937760" cy="11430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尚未确认的关键点：第三方客户复购率、单位经济性、售后维护成本、软件能力以及应用场景的可复制性。CEO也提示软件可能仍需2—10年。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263640" y="3977640"/>
            <a:ext cx="4937760" cy="82296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判断边界：资本市场可以先确认“战略稀缺性”，但商业化必须由真实订单、毛利和复购来确认。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143000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China Media Intelligence · 2026-08-20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498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数字主权正在成为AI竞争的新分界线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9601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0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中美分歧不只在芯片出口管制，也在“谁定义数据、模型和技术选择权”。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50876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55064"/>
            <a:ext cx="3877056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中国立场强调各国应有权根据国情选择AI技术、产品与服务，反对被迫选边；美国相关讨论则更强调安全阵营、供应链与技术标准。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3291840"/>
            <a:ext cx="420624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3438144"/>
            <a:ext cx="3877056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这意味着AI企业出海面临两组约束：一组是算力与模型能力，另一组是数据跨境、部署地、监管接口和政治可接受性。</a:t>
            </a:r>
            <a:endParaRPr lang="en-US" sz="1350" dirty="0"/>
          </a:p>
        </p:txBody>
      </p:sp>
      <p:pic>
        <p:nvPicPr>
          <p:cNvPr id="11" name="Image 0" descr="/mnt/data/china_media_manual_run/charts/08_mechani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2068584"/>
            <a:ext cx="6172200" cy="29128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China Media Intelligence · 2026-08-20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498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中韩与APEC窗口更像风险管理，而不是战略重组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9601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0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北京在东北亚的重点是维持供应链与外交缓冲，而不是短期改变安全格局。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4709160" cy="105156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韩国外长访华、北京考虑在深圳APEC期间举行中美元首会晤，说明未来几个月东北亚外交将进入“风险管理窗口”。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4709160" cy="16002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但朝鲜问题、美韩军演、供应链安全和技术管制仍然限制政策空间。若没有贸易、签证、产业合作或安全沟通机制的具体落地，不能把会议本身解读为战略缓和。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4709160"/>
            <a:ext cx="4709160" cy="777240"/>
          </a:xfrm>
          <a:prstGeom prst="roundRect">
            <a:avLst>
              <a:gd name="adj" fmla="val 9412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4855464"/>
            <a:ext cx="437997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验证指标：APEC前后是否出现中美实质议程、韩国企业对华投资/供应链安排变化、东北亚安全事件频率，以及是否有部委层面的具体合作文件。</a:t>
            </a:r>
            <a:endParaRPr lang="en-US" sz="1350" dirty="0"/>
          </a:p>
        </p:txBody>
      </p:sp>
      <p:pic>
        <p:nvPicPr>
          <p:cNvPr id="11" name="Image 0" descr="/mnt/data/china_media_manual_run/charts/06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703993"/>
            <a:ext cx="5623560" cy="358717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China Media Intelligence · 2026-08-20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498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跨媒体差异的核心不是“立场”，而是变量选择不同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9601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0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同一事实可以被需求、治理、安全、国际竞争和财政成本五种框架重新组织。</a:t>
            </a:r>
            <a:endParaRPr lang="en-US" sz="1050" dirty="0"/>
          </a:p>
        </p:txBody>
      </p:sp>
      <p:pic>
        <p:nvPicPr>
          <p:cNvPr id="7" name="Image 0" descr="/mnt/data/china_media_manual_run/charts/03_narrative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973" y="1325880"/>
            <a:ext cx="5479173" cy="4434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55080" y="1600200"/>
            <a:ext cx="489204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9672" y="1746504"/>
            <a:ext cx="4562856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海外财经媒体更容易把弱数据放入“需求疲弱—政策不足”的框架；国内官方更强调“总体平稳、结构升级”；国内专业媒体常在两者之间寻找行业和政策执行变量。真正需要判断的是：哪一个变量最能解释未来数据。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55080" y="397764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9672" y="4123944"/>
            <a:ext cx="456285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最危险的写法是把这些差异简化为“悲观/乐观”。更好的方法是回到原始数据：投资、消费、出口、财政执行、企业利润和就业预期。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43000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China Media Intelligence · 2026-08-20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498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什么会改变当前判断？三个反方检验最关键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9601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0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报告结论不是固定答案，而是一组等待数据验证的竞争性解释。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609344"/>
            <a:ext cx="3099816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宏观反方：如果私人投资和社零在未来两个月显著回升，则“内需约束”解释需要下调；若LPR仍不动但财政执行明显加速，则政策重心判断被强化。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609344"/>
            <a:ext cx="3099816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产业反方：如果Unitree等企业无法证明第三方客户复购与毛利改善，则机器人出货增长不能直接视为真实商业化。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1609344"/>
            <a:ext cx="3099816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外部规则反方：如果欧盟FSR调查最终以轻度补救收尾，且中欧建立协商机制，则“域外规则摩擦扩散”判断需要降级。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4206240"/>
            <a:ext cx="10241280" cy="82296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下一步最值得跟踪：8月后续财政/信贷数据、JD.com/欧盟FSR进展、离岸信托地方执行案例、机器人订单质量、深圳APEC议程与中美沟通窗口。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43000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China Media Intelligence · 2026-08-20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498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阅读顺序：先看结论，再看数据，再看反方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9601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0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这份简报适合快速决策；完整证据、来源和图表解释见DOCX/PDF。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1508760"/>
            <a:ext cx="1042416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655064"/>
            <a:ext cx="100949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1｜先读执行摘要：确定本期五个核心判断和置信边界。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233172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478024"/>
            <a:ext cx="1009497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2｜再读宏观、JD.com/FSR、离岸信托、AI/机器人四个深读主题：它们对应需求、规则、财富治理和产业叙事四条主线。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33756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483864"/>
            <a:ext cx="1009497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3｜最后看“反证与未来观察”：真正有用的不是本期观点，而是未来哪些数据会使观点升级、降级或被推翻。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4892040"/>
            <a:ext cx="1024128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3606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方法边界：付费墙全文不可得的来源不用于强结论；媒体报道量不等于现实重要性；官方和海外媒体判断均需回到原始证据。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43000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全球媒体中国研究情报｜2026-08-20｜手动执行版</dc:title>
  <dc:subject>全球媒体中国研究情报</dc:subject>
  <dc:creator>OpenAI</dc:creator>
  <cp:lastModifiedBy>OpenAI</cp:lastModifiedBy>
  <cp:revision>1</cp:revision>
  <dcterms:created xsi:type="dcterms:W3CDTF">2026-08-20T06:56:28Z</dcterms:created>
  <dcterms:modified xsi:type="dcterms:W3CDTF">2026-08-20T06:56:28Z</dcterms:modified>
</cp:coreProperties>
</file>