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585216"/>
            <a:ext cx="4114800" cy="4572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E8C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61264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五大核心机制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AGENTS.md · Agent · Skill · Command · 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5943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入门专题课 · 深入丰富版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5230368"/>
            <a:ext cx="10241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目标：用一个 todo-api 示例项目，把五种机制从“知道名词”推进到“能搭出第一套可维护配置”。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09560" y="9601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74152" y="1106424"/>
            <a:ext cx="3246120" cy="2286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AGENTS.md：共同规则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9560" y="162763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74152" y="17739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Agent：角色边界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9560" y="2295144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74152" y="24414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Skill：按需方法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2962656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74152" y="3108960"/>
            <a:ext cx="3246120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Command：快捷入口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63016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74152" y="37764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MCP：外部能力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资料基线：OpenCode 主线文档 + 入门教程 PDF · 2026-08-13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00 / HOW TO 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这版 PPT 增强了什么？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从概念讲解升级为“能照着配置”的课堂讲义。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9019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828800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覆盖五大机制的边界、目录、配置、触发方式、失败模式与最小验证。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2395728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 todo-api 示例贯穿全程，避免每章孤立。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3035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2962656"/>
            <a:ext cx="54406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每个核心对象都给出可复制模板，并说明何时不该使用。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6027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529584"/>
            <a:ext cx="54406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最后给出 Starter Kit、组合流程、排错矩阵和入门练习。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29400" y="1737360"/>
            <a:ext cx="4754880" cy="3246120"/>
          </a:xfrm>
          <a:prstGeom prst="roundRect">
            <a:avLst>
              <a:gd name="adj" fmla="val 197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93992" y="1874520"/>
            <a:ext cx="4425696" cy="301752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todo-api/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AGENTS.md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opencode.jsonc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└── .opencode/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agents/reviewer.md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skills/test-triage/SKILL.md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skills/review-checklist/SKILL.md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└── commands/review-changes.md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548640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60704" y="5596128"/>
            <a:ext cx="994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学习方式：每加一层配置，都做“能发现、能触发、行为符合预期”的最小验证。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 / BIG PICTURE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一张图看懂五者关系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OpenCode 看成可配置的 Agent Runtime，而不是单纯的聊天界面。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24231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24528" y="2697480"/>
            <a:ext cx="3611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 Runtime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169164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1828800"/>
            <a:ext cx="2926080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" y="2130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共同规则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48472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8472" y="2130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8952" y="4297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Skill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" y="4599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按什么方法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41605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48472" y="4297680"/>
            <a:ext cx="2926080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Command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4599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怎么一键启动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33088" y="480060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297680" y="4937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MCP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7680" y="52395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调用外部能力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共同规则 → 角色边界 → 按需方法 → 快捷入口 → 外部能力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01 / DECISION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五个对象的边界：先分清“放哪里”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入门者最容易把规则、方法、角色、入口、工具能力混在一起。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11018520" cy="3840480"/>
          </a:xfrm>
          <a:prstGeom prst="roundRect">
            <a:avLst>
              <a:gd name="adj" fmla="val 142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" y="180136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22142" y="180136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一句话定义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76772" y="180136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触发方式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931402" y="180136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什么时候用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2432304"/>
            <a:ext cx="2608326" cy="4937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2142" y="243230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长期规则 / 项目记忆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6772" y="243230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启动后进入上下文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31402" y="243230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稳定、高频、全局需要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297180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307238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2142" y="307238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+ Prompt + 权限 + 模型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6772" y="307238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 / @ / Task 调用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31402" y="307238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不同工作需要不同边界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361188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371246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2142" y="371246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按需加载的操作知识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6772" y="371246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模型判断相关后调用 skill 工具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931402" y="371246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流程复杂但不是每次都用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2519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4352544"/>
            <a:ext cx="2608326" cy="4937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2142" y="435254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可重复执行的 Prompt 入口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6772" y="4352544"/>
            <a:ext cx="2608326" cy="4937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用户输入 /command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31402" y="435254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高频人工指令产品化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489204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7512" y="499262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22142" y="499262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外部工具 / 系统协议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6772" y="4992624"/>
            <a:ext cx="260832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模型工具调用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31402" y="4992624"/>
            <a:ext cx="2608326" cy="4937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 GitHub/Jira/文档/数据库等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2960" y="5806440"/>
            <a:ext cx="106070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69264" y="5916168"/>
            <a:ext cx="1031443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记忆口诀：AGENTS.md 是共同规则；Agent 是谁；Skill 是方法；Command 是入口；MCP 是能力。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练习项目：todo-api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用一个足够小的仓库练完整链路。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不要一开始堆复杂配置。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 OpenCode 理解仓库，再逐层增加能力。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每章都以最小可运行示例作为验证点。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02 / PROJECT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练习项目结构：从空仓库开始逐步扩展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最终目录只是目标形态；实际学习时每章只加一层。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4892040" cy="2148840"/>
          </a:xfrm>
          <a:prstGeom prst="roundRect">
            <a:avLst>
              <a:gd name="adj" fmla="val 297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920240"/>
            <a:ext cx="4562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mkdir todo-api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cd todo-api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</a:t>
            </a:r>
            <a:endParaRPr lang="en-US" sz="1400" dirty="0"/>
          </a:p>
          <a:p>
            <a:pPr indent="0" marL="0">
              <a:buNone/>
              <a:defRPr b="0">
                <a:solidFill>
                  <a:srgbClr val="4B5563"/>
                </a:solidFill>
              </a:defRPr>
            </a:pP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如果还没连模型，在 TUI 执行：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/connect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/models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1600200"/>
            <a:ext cx="5440680" cy="3108960"/>
          </a:xfrm>
          <a:prstGeom prst="roundRect">
            <a:avLst>
              <a:gd name="adj" fmla="val 205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62472" y="1737360"/>
            <a:ext cx="5111496" cy="28803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todo-api/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AGENTS.md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opencode.jsonc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package.json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src/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│   ├── index.ts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│   ├── todo-service.ts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│   └── todo-service.test.ts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└── .opencode/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agents/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skills/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└── commands/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960120" y="56509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06424" y="5760720"/>
            <a:ext cx="976579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推荐顺序：AGENTS.md → Agent → Skill → Command → MCP。每加一层，都先做最小验证。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AGENTS.md：项目规则与长期上下文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 OpenCode 理解“这个仓库怎么做事”。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它解决的是“项目隐性知识不稳定”的问题。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它不是百科全书，应该写稳定、高频、全局规则。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它应该跟代码一起进入 Git。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/ AGENTS.md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的核心价值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把源码里不明显、但团队每天依赖的工作方式显式化。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9842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不要让模型每次都猜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26334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56032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怎么启动项目？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31638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309067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测试命令是什么？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369417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362102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代码风格是什么？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22452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15137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哪些目录不能动？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475488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68172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改完要跑哪些检查？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19842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把稳定规则写进仓库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26334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11112" y="256032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项目结构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82512" y="31638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9067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安装 / 启动 / 测试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82512" y="369417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11112" y="362102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编辑约束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82512" y="422452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415137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提交前验证流程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82512" y="475488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468172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常见坑与禁止事项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/ AGENTS.md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最快创建方式：/init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OpenCode 扫描仓库并生成项目级规则。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187452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2011680"/>
            <a:ext cx="3602736" cy="118872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cd todo-api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/init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15000" y="1783080"/>
            <a:ext cx="5349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/init 会扫描重要文件，提取 build / lint / test 命令、架构、约定和 setup quirks。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0" y="24597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15000" y="2386584"/>
            <a:ext cx="5349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AGENTS.md 已存在，应让它改善，而不是把团队规则全部覆盖。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306324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715000" y="2990088"/>
            <a:ext cx="5349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生成后必须人工审查：模型生成的是草稿，不是团队规范。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349240"/>
            <a:ext cx="1033272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0704" y="5458968"/>
            <a:ext cx="1004011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验证：重新打开 OpenCode，让它回答“这个项目如何运行测试？”看是否引用 AGENTS.md 内容。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/ AGENTS.md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最小可用 AGENTS.md 模板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只写高频稳定信息；短比长更重要。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828800"/>
            <a:ext cx="5157216" cy="40233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todo-api</a:t>
            </a:r>
            <a:endParaRPr lang="en-US" sz="107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TypeScript API project using pnpm.</a:t>
            </a:r>
            <a:endParaRPr lang="en-US" sz="107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Commands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Install: pnpm install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Test: pnpm test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Typecheck: pnpm typecheck</a:t>
            </a:r>
            <a:endParaRPr lang="en-US" sz="107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Workflow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After editing TypeScript: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run focused tests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run pnpm typecheck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inspect git diff</a:t>
            </a:r>
            <a:endParaRPr lang="en-US" sz="107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Rules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Do not add dependencies without asking.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Prefer small, typed functions.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Do not modify generated files.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537960" y="18105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66560" y="1737360"/>
            <a:ext cx="4663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写“做事方式”，不是写所有业务细节。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37960" y="23591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命令要可复制、可执行、无歧义。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537960" y="29077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66560" y="2834640"/>
            <a:ext cx="4663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规则用硬约束，不写抽象口号。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537960" y="34564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0" y="3383280"/>
            <a:ext cx="4663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放入 Git，让团队共享同一套 Agent 约定。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537960" y="5074920"/>
            <a:ext cx="46634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84264" y="5184648"/>
            <a:ext cx="437083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如果一条信息不是高频、稳定、全局需要，优先放 Skill 或文档引用，不要塞进 AGENTS.md。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/ AGENTS.md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写作边界：什么该写，什么不该写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它是“项目规则压缩层”，不是第二份 README。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不建议写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 行项目百科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临时任务背景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 Debug 过程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大量业务文档全文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会频繁变化的细节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1111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目录结构与边界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8251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必跑命令与顺序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8251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1111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代码风格硬约束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8251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安全/禁止事项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8251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 setup 坑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03 / AGENTS.md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最小验证清单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每次修改规则后，都用可观察行为验证。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70432" y="2532888"/>
            <a:ext cx="213969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30752" y="2532888"/>
            <a:ext cx="213969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91072" y="2532888"/>
            <a:ext cx="213969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51392" y="2532888"/>
            <a:ext cx="213969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233172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243230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20040" y="326440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打开项目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20440" y="233172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20440" y="243230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询问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788920" y="326440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让它解释测试流程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33172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243230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349240" y="326440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让它改一个小函数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41080" y="233172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41080" y="243230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909560" y="326440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是否遵守验证顺序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01400" y="233172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201400" y="243230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2926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修订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0317175" y="326440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补足缺失规则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4400" y="534924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60704" y="5458968"/>
            <a:ext cx="994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常见错误：写了规则但没有验证；结果模型违反规则时，不知道是规则没加载、写得含糊，还是权限太松。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Agent：角色、模型与权限边界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不要让一个万能 Agent 做所有事。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Agent 承担主会话；Subagent 适合局部任务。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可以绑定不同 Prompt、模型、温度与权限。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核心价值是把“角色”和“行动边界”固定下来。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 /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解决什么问题？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同一个模型，在不同角色边界下会产生完全不同的行为。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2423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1856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plan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49631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0" y="26609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30098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3465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reviewer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10565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4270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tester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864608"/>
            <a:ext cx="5943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同一个请求可以被路由到不同工作模式：分析、修改、审查、测试。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18120" y="14904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0" y="1417320"/>
            <a:ext cx="3246120" cy="347472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Plan：适合先理解、拆解和给方案。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18120" y="19933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0" y="1920240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Build：适合实际修改文件。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18120" y="24963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0" y="2423160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Reviewer：适合只读审查，通常禁止 edit。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18120" y="2999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46720" y="2926080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Tester：适合跑测试、解释失败、定位回归。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 /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Agent vs Subagent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先区分“主线工作者”和“局部专家”。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10744200" cy="3794760"/>
          </a:xfrm>
          <a:prstGeom prst="roundRect">
            <a:avLst>
              <a:gd name="adj" fmla="val 144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755648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90722" y="1755648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76772" y="1755648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862822" y="1755648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使用场景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31520" y="2404872"/>
            <a:ext cx="107442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2505456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Agent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90722" y="2505456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持续承担主对话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6772" y="2505456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/ Plan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62822" y="2505456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需要跨多轮推进任务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163824"/>
            <a:ext cx="107442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264408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90722" y="3264408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局部任务执行后返回结果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6772" y="3264408"/>
            <a:ext cx="2539746" cy="61264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/ explorer / tester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62822" y="3264408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需要隔离上下文或限定权限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922776"/>
            <a:ext cx="107442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023360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@ 调用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90722" y="4023360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用户显式指定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6772" y="4023360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@reviewer 检查 diff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2822" y="4023360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希望固定角色参与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4681728"/>
            <a:ext cx="107442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782312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调用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90722" y="4782312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模型按权限自动委派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6772" y="4782312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只读审查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862822" y="4782312"/>
            <a:ext cx="253974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复杂任务需要分工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0120" y="5669280"/>
            <a:ext cx="996696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06424" y="5779008"/>
            <a:ext cx="9674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 的价值不只是“多一个角色”，更是让大量探索过程不要污染主会话上下文。</a:t>
            </a:r>
            <a:endParaRPr lang="en-US" sz="12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 /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 reviewer Agent：最推荐的第一个自定义 Agent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先从低风险角色开始，练习 Agent + Permission。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897880" cy="4434840"/>
          </a:xfrm>
          <a:prstGeom prst="roundRect">
            <a:avLst>
              <a:gd name="adj" fmla="val 144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1737360"/>
            <a:ext cx="5568696" cy="42062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.opencode/agents/reviewer.md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description: Review code changes without editing files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mode: subagent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temperature: 0.1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permission: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edit: deny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bash: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"*": ask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"git diff*": allow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"git status*": allow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94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Review current changes for correctness,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regressions, security, tests and maintainability.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 not modify files.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812280" y="16733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40880" y="16002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mode: subagent 表示它不是主对话角色。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812280" y="215798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0" y="208483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temperature 低，减少审查结论漂移。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812280" y="264261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40880" y="256946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edit: deny 固定只读边界。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812280" y="312724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3054096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diff/status allow，让它无需每次请求许可。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812280" y="361188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40880" y="353872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 bash 保持 ask，避免外部副作用。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812280" y="5166360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58584" y="5276088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验证：修改一个文件后执行 @reviewer review current diff，确认它能看 diff，但不会编辑文件。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 /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权限设计：不是越自动越好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权限的目标是降低风险，同时减少无意义确认。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645920"/>
            <a:ext cx="10561320" cy="4206240"/>
          </a:xfrm>
          <a:prstGeom prst="roundRect">
            <a:avLst>
              <a:gd name="adj" fmla="val 130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5564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70832" y="175564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91272" y="175564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246811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2347395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grep / glob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0832" y="2347395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91272" y="2347395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低风险信息读取，频繁使用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847703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2948287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status / diff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832" y="2948287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948287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只读且高频，适合自动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448594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549178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70832" y="3549178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 / deny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91272" y="3549178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可 ask；Reviewer 应 deny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4049486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4150070"/>
            <a:ext cx="3374136" cy="454587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command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70832" y="4150070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 / allow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91272" y="4150070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本地可重复测试可选择 allow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650377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" y="4750961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push / deploy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832" y="4750961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deny / ask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4750961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有外部副作用，默认不放开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" y="5251269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5351853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 -rf / destructive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70832" y="5351853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91272" y="5351853"/>
            <a:ext cx="3374136" cy="454587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破坏性操作，硬边界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5989320"/>
            <a:ext cx="102870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60704" y="6099048"/>
            <a:ext cx="9994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关键：Permission 是能力边界，不是沙箱隔离；危险命令应当 deny，而不是指望模型“自觉”。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04 / AGENT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→ Build → Review：最稳的三段式工作流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先降低不确定性，再开放修改权限。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8992" y="235000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85032" y="235000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91072" y="235000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97112" y="235000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14884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2494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20040" y="308152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理解需求、找文件、列方案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14884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74720" y="22494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Approve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743200" y="308152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人类确认方向和范围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14884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22494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349240" y="308152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实际编辑、运行测试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0" y="214884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0" y="22494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955280" y="308152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只读审查 diff 和风险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92840" y="214884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292840" y="22494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0317175" y="308152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修复失败，输出结论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97280" y="49651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325880" y="4892040"/>
            <a:ext cx="9464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复杂任务不要直接“fix it”。先让 Plan 降低任务不确定性。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97280" y="538581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25880" y="5312664"/>
            <a:ext cx="9464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只在方案清楚时动手，权限可比 reviewer 宽。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97280" y="580644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325880" y="5733288"/>
            <a:ext cx="9464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只读审查，避免边审边改导致上下文混乱。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Skill：把 know-how 变成按需能力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不要把所有流程都塞进常驻 Prompt。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是按需加载的操作知识。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适合封装测试排错、代码审查、发布、数据库迁移等流程。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重点是“何时用 + 怎么做 + 怎么验证”。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 / SKILL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解决什么问题？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把复杂流程从常驻上下文中移出去，需要时再加载。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把流程塞进 AGENTS.md 的问题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每次会话都占上下文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流程越多越难维护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模型可能混淆相似流程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项目规则文件变成百科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更新一个流程影响所有任务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Skill 的好处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1111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只暴露名称和描述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8251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44952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相关时才加载 SKILL.md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8251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1111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流程可独立维护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8251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适合复用和版本化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8251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上下文更干净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 / SKILL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的目录与最小格式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Skill 是一个目录，核心文件是 SKILL.md。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74520"/>
            <a:ext cx="3968496" cy="109728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.opencode/skills/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└── test-triage/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└── SKILL.md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1508760"/>
            <a:ext cx="5760720" cy="4160520"/>
          </a:xfrm>
          <a:prstGeom prst="roundRect">
            <a:avLst>
              <a:gd name="adj" fmla="val 1538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13832" y="1645920"/>
            <a:ext cx="5431536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name: test-triage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description: Diagnose failing tests and propose minimal fixes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5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Test triage workflow</a:t>
            </a:r>
            <a:endParaRPr lang="en-US" sz="105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Use this skill when tests fail.</a:t>
            </a:r>
            <a:endParaRPr lang="en-US" sz="105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Steps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Read the failure output.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Identify whether it is test setup, assertion, or real bug.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Inspect the smallest relevant code path.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Propose the minimal fix.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5. Run the focused test again.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5349240"/>
            <a:ext cx="40690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14984" y="5458968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的 description 非常关键：它决定模型什么时候认为“这个流程相关”。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 / SKILL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 1：test-triage Skill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让模型在测试失败时按照固定诊断顺序行动。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1737360"/>
            <a:ext cx="5248656" cy="42062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Test triage workflow</a:t>
            </a:r>
            <a:endParaRPr lang="en-US" sz="98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Classification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Classify the failure as one of: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environment / setup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assertion mismatch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regression in production code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flaky or timing issue</a:t>
            </a:r>
            <a:endParaRPr lang="en-US" sz="98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Rules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Do not rewrite large code sections first.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Prefer focused tests before full test suite.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Explain the smallest root cause.</a:t>
            </a:r>
            <a:endParaRPr lang="en-US" sz="98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## Output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Return: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likely cause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evidence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minimal fix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verification command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0" y="17647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1691640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分类让模型先判断失败类型，避免盲目改代码。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0" y="22768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12280" y="2203704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规则限制“先大改再测试”的坏习惯。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0" y="278892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12280" y="2715768"/>
            <a:ext cx="4434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输出结构方便人类审阅，也方便后续 Agent 接续。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0" y="330098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12280" y="3227832"/>
            <a:ext cx="4434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这个流程不是每次任务都需要，所以适合 Skill。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83680" y="5166360"/>
            <a:ext cx="448056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29984" y="527608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验证方式：故意制造一个测试失败，让 OpenCode 判断是否主动加载或建议使用 test-triage。</a:t>
            </a:r>
            <a:endParaRPr lang="en-US" sz="12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 / SKILL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 2：review-checklist Skill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把代码审查方法论独立成可复用流程。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257800" cy="4069080"/>
          </a:xfrm>
          <a:prstGeom prst="roundRect">
            <a:avLst>
              <a:gd name="adj" fmla="val 157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37360"/>
            <a:ext cx="492861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name: review-checklist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description: Use a structured checklist to review git diff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3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Review checklist</a:t>
            </a:r>
            <a:endParaRPr lang="en-US" sz="103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Check in this order: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Correctness and edge cases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Regression risk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Security and input validation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Error handling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5. Tests and observability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6. Simplicity and maintainability</a:t>
            </a:r>
            <a:endParaRPr lang="en-US" sz="103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 not comment on style unless it affects correctness.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44652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为什么它是 Skill 而不是 Agent？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92240" y="22219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20840" y="2148840"/>
            <a:ext cx="4297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审查方法可以被 reviewer、plan 或 build 多个 Agent 复用。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7340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660904"/>
            <a:ext cx="42976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它描述“怎么审”，不是“谁来审”。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324612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3172968"/>
            <a:ext cx="42976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它不需要常驻上下文，只有 review 任务才需要。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4846320"/>
            <a:ext cx="44348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38544" y="4956048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把“角色”和“方法”拆开：Agent = reviewer；Skill = review-checklist。</a:t>
            </a:r>
            <a:endParaRPr lang="en-US" sz="12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05 / SKILL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写作模式：场景 → 步骤 → 约束 → 输出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让模型知道何时加载、如何执行、如何交付。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10515600" cy="3977640"/>
          </a:xfrm>
          <a:prstGeom prst="roundRect">
            <a:avLst>
              <a:gd name="adj" fmla="val 137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01368"/>
            <a:ext cx="3358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55592" y="1801368"/>
            <a:ext cx="3358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60792" y="1801368"/>
            <a:ext cx="3358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354580"/>
            <a:ext cx="105156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245516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when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55592" y="245516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触发场景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0792" y="245516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当测试失败、review diff、做 release 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3017520"/>
            <a:ext cx="105156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311810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55592" y="311810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执行流程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60792" y="311810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先分类，再定位，再最小修复，再验证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680460"/>
            <a:ext cx="105156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78104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55592" y="378104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行为边界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0792" y="378104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不要大改；不要忽略失败；不要改生产数据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4343400"/>
            <a:ext cx="105156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444398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55592" y="444398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验收命令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0792" y="444398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focused test、typecheck、lint、diff review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5006340"/>
            <a:ext cx="1051560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" y="510692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55592" y="510692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返回格式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0792" y="5106924"/>
            <a:ext cx="3358896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原因、证据、改动、风险、下一步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5806440"/>
            <a:ext cx="101498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60704" y="5916168"/>
            <a:ext cx="985723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 Skill 的判断标准：另一个 Agent 只读这份 SKILL.md，也能稳定重复这个流程。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Command：把高频 Prompt 变成可执行入口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是人工显式触发的工作流快捷方式。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 review、解释测试、生成计划、复盘 diff 等高频动作。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可以注入 shell 输出、文件引用和参数。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它解决的是“每次都手写一大段 Prompt”的问题。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 / COMMAND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的基本形态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文件名就是命令名，放在 .opencode/commands/。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4754880" cy="2240280"/>
          </a:xfrm>
          <a:prstGeom prst="roundRect">
            <a:avLst>
              <a:gd name="adj" fmla="val 2857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28800"/>
            <a:ext cx="4425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.opencode/commands/</a:t>
            </a:r>
            <a:endParaRPr lang="en-US" sz="1350" dirty="0"/>
          </a:p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review-changes.md</a:t>
            </a:r>
            <a:endParaRPr lang="en-US" sz="1350" dirty="0"/>
          </a:p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└── explain-test.md</a:t>
            </a:r>
            <a:endParaRPr lang="en-US" sz="1350" dirty="0"/>
          </a:p>
          <a:p>
            <a:pPr indent="0" marL="0">
              <a:buNone/>
              <a:defRPr b="0">
                <a:solidFill>
                  <a:srgbClr val="4B5563"/>
                </a:solidFill>
              </a:defRPr>
            </a:pPr>
            <a:endParaRPr lang="en-US" sz="1350" dirty="0"/>
          </a:p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使用：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/review-changes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 b="0">
                <a:solidFill>
                  <a:srgbClr val="4B5563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/explain-test src/todo-service.test.ts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06440" y="1600200"/>
            <a:ext cx="5257800" cy="3383280"/>
          </a:xfrm>
          <a:prstGeom prst="roundRect">
            <a:avLst>
              <a:gd name="adj" fmla="val 189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71032" y="1737360"/>
            <a:ext cx="4928616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description: Review current git changes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agent: reviewer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106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Review the current changes.</a:t>
            </a:r>
            <a:endParaRPr lang="en-US" sz="106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Git diff: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!`git diff`</a:t>
            </a:r>
            <a:endParaRPr lang="en-US" sz="106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Use the review-checklist skill if relevant.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Return risks, evidence and suggested fixes.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14400" y="562356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0704" y="5733288"/>
            <a:ext cx="994867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= Prompt 产品化。它不一定新增能力，而是把高频入口固定下来。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 / COMMAND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的三个强能力：参数、Shell、文件引用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把上下文收集工作从人工复制粘贴中解放出来。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5212080" cy="3063240"/>
          </a:xfrm>
          <a:prstGeom prst="roundRect">
            <a:avLst>
              <a:gd name="adj" fmla="val 2090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83080"/>
            <a:ext cx="4882896" cy="28346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参数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Explain failing test: $1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Extra context: $ARGUMENTS</a:t>
            </a:r>
            <a:endParaRPr lang="en-US" sz="125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Shell 输出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Current diff: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!`git diff`</a:t>
            </a:r>
            <a:endParaRPr lang="en-US" sz="125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文件引用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Review implementation in @src/todo-service.ts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$1 / $ARGUMENTS：让同一个命令适配不同输入。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236829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295144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!`shell`：在执行时把命令输出注入上下文。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2807208"/>
            <a:ext cx="4389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@file：显式加入文件内容，减少模型猜测。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9400" y="3319272"/>
            <a:ext cx="4389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frontmatter：可指定由哪个 Agent 执行。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5074920"/>
            <a:ext cx="45720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47104" y="5184648"/>
            <a:ext cx="427939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避免把 Command 写成“万能脚本”；它应该是清晰、可重复的一种入口。</a:t>
            </a:r>
            <a:endParaRPr lang="en-US" sz="12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 / COMMAND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完整例子：/review-changes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reviewer Agent 与 review-checklist Skill 串起来。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508760"/>
            <a:ext cx="6035040" cy="4663440"/>
          </a:xfrm>
          <a:prstGeom prst="roundRect">
            <a:avLst>
              <a:gd name="adj" fmla="val 137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1645920"/>
            <a:ext cx="5705856" cy="44348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.opencode/commands/review-changes.md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description: Review current git changes using reviewer agent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agent: reviewer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---</a:t>
            </a:r>
            <a:endParaRPr lang="en-US" sz="89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Review the current git changes.</a:t>
            </a:r>
            <a:endParaRPr lang="en-US" sz="89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Context: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!`git status --short`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!`git diff --stat`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!`git diff`</a:t>
            </a:r>
            <a:endParaRPr lang="en-US" sz="89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Use the review-checklist skill if it helps.</a:t>
            </a:r>
            <a:endParaRPr lang="en-US" sz="89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Return: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summary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correctness risks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missing tests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suggested minimal fixes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903720" y="17190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0" y="1645920"/>
            <a:ext cx="411480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用户只需输入 /review-changes。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903720" y="221284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0" y="2139696"/>
            <a:ext cx="411480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收集 diff，避免手工粘贴。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6903720" y="27066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0" y="2633472"/>
            <a:ext cx="4114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agent: reviewer 固定只读角色。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6903720" y="320040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0" y="3127248"/>
            <a:ext cx="4114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提供审查方法论。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6903720" y="369417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0" y="3621024"/>
            <a:ext cx="4114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输出结构固定，方便后续处理。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6903720" y="5166360"/>
            <a:ext cx="42976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50024" y="5276088"/>
            <a:ext cx="4005072" cy="2286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验证：制造一段小 diff，执行 /review-changes，检查是否只读审查且按清单输出。</a:t>
            </a:r>
            <a:endParaRPr lang="en-US" sz="12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06 / BOUNDARY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vs Skill：最容易混淆的一组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入口和方法要拆开。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是“怎么启动”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/review-changes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3044952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/explain-test src/a.test.ts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git diff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 reviewer Agent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用户显式触发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是“怎么做”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1111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review-checklist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8251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test-triage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8251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1111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按需加载流程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8251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4105656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可被多个入口复用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8251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模型判断相关时触发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MCP：给 Agent 接入外部工具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是 OpenCode 与外部系统之间的能力协议。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适合接 GitHub、Jira、Slack、文档检索、数据库等系统。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可以是 Local server，也可以是 Remote server。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增强能力，也会增加权限与安全复杂度。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 / MCP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解决什么问题？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Agent 不只读本地仓库，还能调用外部能力。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4231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938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92440" y="1938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Docs/RAG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411480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Jira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411480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9244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MCP Server / Tools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80644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60704" y="5916168"/>
            <a:ext cx="994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是“外部能力入口”；它不是项目规则、不是角色、也不是 Prompt 模板。</a:t>
            </a:r>
            <a:endParaRPr lang="en-US" sz="12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 / MCP LOCAL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MCP 配置模板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本地启动 MCP server，OpenCode 负责接入工具定义。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5623560" cy="4251960"/>
          </a:xfrm>
          <a:prstGeom prst="roundRect">
            <a:avLst>
              <a:gd name="adj" fmla="val 150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645920"/>
            <a:ext cx="5294376" cy="40233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"$schema": "https://opencode.ai/config.json",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"mcp":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"docs":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"type": "local",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"command": ["npx", "-y", "@example/docs-mcp"],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"enabled": true,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"environment":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"DOCS_TOKEN": "{env:DOCS_TOKEN}"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72084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49440" y="1783080"/>
            <a:ext cx="4206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type: local 表示由本机命令启动。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23591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0" y="2286000"/>
            <a:ext cx="420624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应该可复制、可重现。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28620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788920"/>
            <a:ext cx="4206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密钥使用环境变量，不写死在仓库。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20840" y="33649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3291840"/>
            <a:ext cx="4206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enabled 可用于临时关闭某个 MCP。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0840" y="5074920"/>
            <a:ext cx="44348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67144" y="5184648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验证：让 Agent 列出可用 MCP 工具或执行一个只读查询。不要第一步就接写入型外部系统。</a:t>
            </a:r>
            <a:endParaRPr lang="en-US" sz="12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 / MCP REMOTE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 MCP 配置模板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适合公司内部平台、云端工具和集中式能力网关。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440680" cy="3429000"/>
          </a:xfrm>
          <a:prstGeom prst="roundRect">
            <a:avLst>
              <a:gd name="adj" fmla="val 1867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37360"/>
            <a:ext cx="5111496" cy="32004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"mcp":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"jira":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"type": "remote",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"url": "https://jira.example.com/mcp",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"enabled":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"headers":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"Authorization": "Bearer {env:JIRA_MCP_TOKEN}"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8105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66560" y="1737360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 MCP 更适合统一认证、统一审计。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34086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0" y="2267712"/>
            <a:ext cx="43434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headers/OAuth/timeout 等配置会影响稳定性。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87121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66560" y="2798064"/>
            <a:ext cx="43434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权限策略要和外部系统权限一起设计。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40156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0" y="3328416"/>
            <a:ext cx="43434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生产环境建议先只读，再逐步开放写入。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557784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60704" y="5687568"/>
            <a:ext cx="994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不是安全边界：如果外部工具能写系统，OpenCode permission 和外部 ACL 都要限制。</a:t>
            </a:r>
            <a:endParaRPr lang="en-US" sz="12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07 / MCP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与 Permission：能力接入后必须再收口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接入外部能力之后，真正的工程问题是“谁能调用、怎么调用”。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600200"/>
            <a:ext cx="1056132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0992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能力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70832" y="170992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建议权限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91272" y="170992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理由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220686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232127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文档检索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0832" y="232127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 / ask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91272" y="232127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低风险，但返回内容可能很大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841171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294175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issue 读取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832" y="294175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 / ask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94175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通常可读，但注意私有信息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461657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56224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issue / 评论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70832" y="356224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91272" y="356224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有外部副作用，应确认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4082143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418272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 Jira 状态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70832" y="418272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 / deny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91272" y="418272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可能影响团队流程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702629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" y="480321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数据库查询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832" y="480321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480321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注意敏感数据与查询范围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" y="5323114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542369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数据库写入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70832" y="542369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91272" y="542369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入门阶段不要开放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598932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60704" y="6099048"/>
            <a:ext cx="9765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入门配置原则：先只读、再 ask、最后才考虑局部 allow；不要把所有 MCP 工具直接放开。</a:t>
            </a:r>
            <a:endParaRPr lang="en-US" sz="12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把五者组合起来：完整 Starter Kit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一个请求如何穿过 Command、Agent、AGENTS.md、Skill、MCP。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组合不是堆配置，而是让每一层承担一种职责。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入门目标：review 当前改动，输出风险和最小修复建议。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这套结构可以作为第一个团队模板。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 / END-TO-END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/review-changes 的完整执行链路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理解组合关系比背配置更重要。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177393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075688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/review-changes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377440" y="19202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97480" y="16459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807208" y="1773936"/>
            <a:ext cx="1472184" cy="18288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07208" y="2075688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注入 git diff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434840" y="19202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64608" y="177393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075688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只读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492240" y="19202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12280" y="16459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22008" y="1773936"/>
            <a:ext cx="1472184" cy="18288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2075688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读取项目规则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8549640" y="19202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69680" y="164592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979408" y="177393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79408" y="2075688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review-checklist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2194560" y="3703320"/>
            <a:ext cx="7818120" cy="1005840"/>
          </a:xfrm>
          <a:prstGeom prst="roundRect">
            <a:avLst>
              <a:gd name="adj" fmla="val 727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487168" y="406908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输出：summary · risks · missing tests · suggested minimal fixes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10241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60704" y="5779008"/>
            <a:ext cx="994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是可选增强：例如 reviewer 需要查框架官方文档时，才调用 docs MCP。</a:t>
            </a:r>
            <a:endParaRPr lang="en-US" sz="12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 / STARTER KIT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Starter Kit 目录结构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把五个对象放在清晰的位置，方便团队维护。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5852160" cy="4434840"/>
          </a:xfrm>
          <a:prstGeom prst="roundRect">
            <a:avLst>
              <a:gd name="adj" fmla="val 1443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645920"/>
            <a:ext cx="5522976" cy="42062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todo-api/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AGENTS.md                         # 共同规则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├── opencode.jsonc                    # 全局配置/权限/MCP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└── .opencode/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agents/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│   └── reviewer.md               # 只读审查角色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├── skills/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│   ├── test-triage/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│   │   └── SKILL.md              # 测试失败诊断流程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│   └── review-checklist/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│       └── SKILL.md              # 审查清单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└── commands/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├── review-changes.md         # 一键审查当前 diff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  └── explain-test.md           # 解释某个失败测试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812280" y="17647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40880" y="1691640"/>
            <a:ext cx="416052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放仓库根目录，进入 Git。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812280" y="224028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0" y="2167128"/>
            <a:ext cx="416052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.opencode/ 下放 OpenCode 专属配置。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812280" y="271576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40880" y="2642616"/>
            <a:ext cx="416052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Agent、Skill、Command 各自独立，避免混用。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812280" y="31912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3118104"/>
            <a:ext cx="416052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opencode.jsonc 统一收束权限与 MCP。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812280" y="366674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40880" y="3593592"/>
            <a:ext cx="4160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先让团队共用一套 Starter Kit，再扩展。</a:t>
            </a:r>
            <a:endParaRPr lang="en-US" sz="14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 / CONFIG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 opencode.jsonc：入门安全版本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先读、后问、再少量自动；不要一开始全自动。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444752"/>
            <a:ext cx="5943600" cy="4709160"/>
          </a:xfrm>
          <a:prstGeom prst="roundRect">
            <a:avLst>
              <a:gd name="adj" fmla="val 135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1581912"/>
            <a:ext cx="5614416" cy="44805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"$schema": "https://opencode.ai/config.json",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"permission":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"*": "ask",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"read":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"glob":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"grep":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"skill":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"edit": "ask",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"bash":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"*": "ask",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"git status*":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"git diff*":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"git log*": "allow",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"git push*": "deny",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  "rm -rf *": "deny"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12280" y="18105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40880" y="173736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 ask，避免未知能力自动运行。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812280" y="23134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0" y="224028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只读工具 allow，减少确认噪音。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812280" y="28163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40880" y="27432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保持 ask，便于训练信任边界。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812280" y="331927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3246120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push / destructive 命令 deny。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812280" y="38221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40880" y="374904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allow，因为它只是加载流程知识。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812280" y="5257800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58584" y="5367528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这不是唯一正确配置，但适合入门：安全、可观察、容易调试。</a:t>
            </a:r>
            <a:endParaRPr lang="en-US" sz="12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08 / EXERCISE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组合实战：审查一个小改动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用最短路径验证五者是否协同工作。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212080" cy="4297680"/>
          </a:xfrm>
          <a:prstGeom prst="roundRect">
            <a:avLst>
              <a:gd name="adj" fmla="val 148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37360"/>
            <a:ext cx="4882896" cy="406908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1. 改一个文件，制造 diff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vim src/todo-service.ts</a:t>
            </a:r>
            <a:endParaRPr lang="en-US" sz="10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2. 打开 OpenCode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opencode</a:t>
            </a:r>
            <a:endParaRPr lang="en-US" sz="10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3. 执行命令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/review-changes</a:t>
            </a:r>
            <a:endParaRPr lang="en-US" sz="10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4. 观察输出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- 是否由 reviewer 执行？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- 是否读取 git diff？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- 是否遵守 AGENTS.md？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- 是否按 review-checklist 输出？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- 是否没有编辑文件？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526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reviewer 没生效：检查 command frontmatter 的 agent 名称。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400800" y="238658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313432"/>
            <a:ext cx="4526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如果没有按清单：检查 Skill description 是否足够明确。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400800" y="29169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2843784"/>
            <a:ext cx="4526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如果尝试编辑：检查 reviewer permission 是否包含 edit: deny。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400800" y="344728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9400" y="3374136"/>
            <a:ext cx="452628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如果不知道测试命令：检查 AGENTS.md 是否写得具体。</a:t>
            </a:r>
            <a:endParaRPr lang="en-US" sz="14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排错与调试：配置不生效怎么办？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用分层思维定位问题，不要一次性改所有配置。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先确认文件路径和命名。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再确认触发方式和权限。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最后看模型是否获得足够上下文。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 / TROUBLESHOOTING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排错矩阵：从现象反推配置层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每个异常都先定位到五者之一。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508760"/>
            <a:ext cx="11018520" cy="4572000"/>
          </a:xfrm>
          <a:prstGeom prst="roundRect">
            <a:avLst>
              <a:gd name="adj" fmla="val 12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" y="1618488"/>
            <a:ext cx="3526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现象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40352" y="1618488"/>
            <a:ext cx="3526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优先检查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13192" y="1618488"/>
            <a:ext cx="3526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常见原因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94360" y="20802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2180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模型不知道项目命令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40352" y="21808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13192" y="21808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根目录位置 / 内容太抽象 / 未提交团队规则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6517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27523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@reviewer 找不到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40352" y="27523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13192" y="27523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文件名不匹配 / 路径不对 / mode 配置错误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32232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" y="3323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不被加载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0352" y="3323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13192" y="33238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 不清楚 / 场景描述太宽或太窄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37947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7512" y="38953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/review-changes 不存在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0352" y="38953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13192" y="38953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文件没放 commands / 文件名和命令名不一致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3662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4466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工具不可用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40352" y="4466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13192" y="44668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server 未启动 / env 缺失 / enabled=false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9377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7512" y="50383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一直弹权限确认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40352" y="50383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13192" y="50383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 范围太窄 / 默认 ask 过于严格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" y="55092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7512" y="5609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做了不该做的事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40352" y="5609844"/>
            <a:ext cx="3526536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 / Prompt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13192" y="5609844"/>
            <a:ext cx="3526536" cy="42519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 deny / 角色描述太弱 / Command 没指定 Agent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 / DEBUG LOOP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调试顺序：一次只动一层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不要在同一次调试里同时改 Agent、Skill、Command 和 MCP。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899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8503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9107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9711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20040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文件是否在正确目录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7472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名称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743200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命令名 / agent 名是否一致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349240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是否真的被调用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955280" y="2990088"/>
            <a:ext cx="1874520" cy="4572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 / ask / deny 是否匹配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9284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29284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0317175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是否给了足够信息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1560" y="47823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80160" y="4709160"/>
            <a:ext cx="9829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能不用 MCP 时先不用 MCP，先验证本地配置。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51560" y="52212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80160" y="5148072"/>
            <a:ext cx="982980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能不用 Skill 时先不用 Skill，先验证 Agent 和 Command。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51560" y="56601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80160" y="5586984"/>
            <a:ext cx="9829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能不用自动权限时先不用自动权限，先观察行为。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09 / ANTI-PATTERNS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常见反模式：看起来高级，实际很不稳定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入门阶段越克制，后期越容易扩展。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反模式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755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514600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写成巨型百科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1615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Agent 包办所有事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1615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描述很泛：do project stuff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105656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里塞几百行复杂逻辑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工具全部 allow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1737360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4F9FF">
              <a:alpha val="85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更稳的做法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82512" y="25877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11112" y="2514600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规则短而硬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82512" y="311810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11112" y="3044952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Plan/Build/Review 分离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82512" y="364845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11112" y="3575304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有明确触发场景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82512" y="417880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4105656"/>
            <a:ext cx="425196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做入口，不做百科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82512" y="470916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4636008"/>
            <a:ext cx="4251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先只读 + ask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设计原则：什么时候该用谁？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这五者不是替代关系，而是分层关系。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遇到新需求时，先判断它属于规则、角色、流程、入口还是外部能力。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尽量让每一层单一职责。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保持上下文干净，保持权限可解释。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 / DECISION TREE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选择决策树：新需求应该放哪？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按问题类型决定机制，而不是按喜好堆配置。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这是每次都需要的项目规则？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3657600" y="1828800"/>
            <a:ext cx="1645920" cy="16459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 → AGENTS.md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242316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2104" y="2560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这是一个不同工作角色？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657600" y="2560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 → Agent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2104" y="32918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这是可复用流程/方法论？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65760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 → Skill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" y="4023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这是高频人工入口？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3657600" y="4023360"/>
            <a:ext cx="1645920" cy="16459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 → Command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4754880" cy="493776"/>
          </a:xfrm>
          <a:prstGeom prst="roundRect">
            <a:avLst>
              <a:gd name="adj" fmla="val 14815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" y="4754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需要访问外部系统？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3657600" y="4754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 → MCP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989320" y="1691640"/>
            <a:ext cx="5303520" cy="3794760"/>
          </a:xfrm>
          <a:prstGeom prst="roundRect">
            <a:avLst>
              <a:gd name="adj" fmla="val 1687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53912" y="1828800"/>
            <a:ext cx="4974336" cy="35661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例子：</a:t>
            </a:r>
            <a:endParaRPr lang="en-US" sz="11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“所有 TS 改动后跑 typecheck”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→ AGENTS.md</a:t>
            </a:r>
            <a:endParaRPr lang="en-US" sz="11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“只读审查当前 diff”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→ Agent: reviewer</a:t>
            </a:r>
            <a:endParaRPr lang="en-US" sz="11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“测试失败时如何定位”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→ Skill: test-triage</a:t>
            </a:r>
            <a:endParaRPr lang="en-US" sz="11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“每次都 review 当前改动”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→ Command: /review-changes</a:t>
            </a:r>
            <a:endParaRPr lang="en-US" sz="11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“查公司 Wiki / Jira / GitHub”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→ MCP</a:t>
            </a:r>
            <a:endParaRPr lang="en-US" sz="11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 / 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上下文设计原则：少即是多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配置的本质是决定什么信息进入模型工作记忆。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10561320" cy="3749040"/>
          </a:xfrm>
          <a:prstGeom prst="roundRect">
            <a:avLst>
              <a:gd name="adj" fmla="val 14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470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上下文类型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70832" y="18470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91272" y="18470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放入标准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362200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246278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常驻上下文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0832" y="2462784"/>
            <a:ext cx="3374136" cy="47853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91272" y="246278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高频、稳定、全局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987040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308762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按需上下文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832" y="308762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308762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复杂流程，但不是每次需要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611880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71246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显式上下文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70832" y="3712464"/>
            <a:ext cx="3374136" cy="47853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 + @file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91272" y="371246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当前任务必须看的文件/输出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4236720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433730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外部上下文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70832" y="433730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/ references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91272" y="433730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公司系统、文档、跨仓库材料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861560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" y="496214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临时上下文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832" y="496214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当前对话 / tool result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4962144"/>
            <a:ext cx="3374136" cy="47853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这次任务的中间证据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571500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60704" y="5824728"/>
            <a:ext cx="9765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关键原则：让模型每一步看到“刚好足够”的信息，而不是把所有材料一次塞满。</a:t>
            </a:r>
            <a:endParaRPr lang="en-US" sz="12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10 / SAFETY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安全设计原则：Permission 不是沙箱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权限控制“能否调用”，不等价于进程隔离或数据隔离。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1783080"/>
            <a:ext cx="5349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默认不要使用全局自动授权，尤其是带外部副作用的 MCP 工具。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238658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2313432"/>
            <a:ext cx="5349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危险操作使用 deny，而不是写一句“不要执行危险命令”。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29169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2843784"/>
            <a:ext cx="5349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这类只读 Agent 必须显式 edit: deny。</a:t>
            </a:r>
            <a:endParaRPr lang="en-US" sz="1580" dirty="0"/>
          </a:p>
        </p:txBody>
      </p:sp>
      <p:sp>
        <p:nvSpPr>
          <p:cNvPr id="16" name="Shape 14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97280" y="3374136"/>
            <a:ext cx="5349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外部系统写入工具应当 ask，并由外部系统 ACL 再做限制。</a:t>
            </a:r>
            <a:endParaRPr lang="en-US" sz="1580" dirty="0"/>
          </a:p>
        </p:txBody>
      </p:sp>
      <p:sp>
        <p:nvSpPr>
          <p:cNvPr id="18" name="Shape 16"/>
          <p:cNvSpPr/>
          <p:nvPr/>
        </p:nvSpPr>
        <p:spPr>
          <a:xfrm>
            <a:off x="868680" y="3977640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3904488"/>
            <a:ext cx="534924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把可回滚性纳入工作流：git diff、/undo、测试、审查。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6720840" y="1828800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85432" y="1965960"/>
            <a:ext cx="4014216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permission: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"*": ask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read: allow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grep: allow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glob: allow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edit: ask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bash: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"git diff*": allow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"git push*": deny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"rm -rf *": deny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914400" y="56235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60704" y="5733288"/>
            <a:ext cx="9765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入门目标不是“最大自动化”，而是“可解释、可回滚、可逐步放权”。</a:t>
            </a:r>
            <a:endParaRPr lang="en-US" sz="12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三个可直接练习的 Recipe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把五大机制转成可以落地的练习。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3063240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9626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Recipe 都有目标、配置对象、执行方式和验收点。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4944" y="3593592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493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先做只读，再做小范围编辑。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4944" y="4123944"/>
            <a:ext cx="256032" cy="0"/>
          </a:xfrm>
          <a:prstGeom prst="line">
            <a:avLst/>
          </a:prstGeom>
          <a:solidFill>
            <a:srgbClr val="4C7BC1"/>
          </a:solidFill>
          <a:ln w="1905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40233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把成功配置沉淀到团队 Starter Kit。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779008"/>
            <a:ext cx="10332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 不是单点能力，而是一组可组合的工程对象。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 / RECIPE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Recipe 1：只读审查当前改动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目标：建立 reviewer Agent + review Command + review Skill。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5303520" cy="3977640"/>
          </a:xfrm>
          <a:prstGeom prst="roundRect">
            <a:avLst>
              <a:gd name="adj" fmla="val 1609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783080"/>
            <a:ext cx="4974336" cy="37490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步骤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创建 .opencode/agents/reviewer.md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创建 .opencode/skills/review-checklist/SKILL.md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创建 .opencode/commands/review-changes.md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修改一个文件制造 diff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5. 执行 /review-changes</a:t>
            </a:r>
            <a:endParaRPr lang="en-US" sz="111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验收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能读 git diff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不编辑文件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输出 correctness / tests / risks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- 能引用 AGENTS.md 项目规则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446520" y="190195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这是最适合第一天练习的组合，因为风险低。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245059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2377440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一旦这套稳定，就可以给真实项目接入。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46520" y="2999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75120" y="2926080"/>
            <a:ext cx="4389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后续可加 MCP 文档查询，但不要一开始就接。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46520" y="5074920"/>
            <a:ext cx="45720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92824" y="518464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成功标准：审查结论有证据、有风险分级、有最小修复建议，而不是泛泛而谈。</a:t>
            </a:r>
            <a:endParaRPr lang="en-US" sz="122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 / RECIPE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Recipe 2：测试失败诊断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目标：用 Skill 固定“先分类、再定位、再最小修复”的流程。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5303520" cy="3337560"/>
          </a:xfrm>
          <a:prstGeom prst="roundRect">
            <a:avLst>
              <a:gd name="adj" fmla="val 1918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874520"/>
            <a:ext cx="4974336" cy="310896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/explain-test src/todo-service.test.ts</a:t>
            </a:r>
            <a:endParaRPr lang="en-US" sz="118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Command 中可以注入：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!`pnpm test src/todo-service.test.ts`</a:t>
            </a:r>
            <a:endParaRPr lang="en-US" sz="118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Skill 输出：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1. failure type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2. smallest evidence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3. likely root cause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4. minimal fix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5. focused verification command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46520" y="185623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1783080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 Agent 看到失败就重写实现。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38658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2313432"/>
            <a:ext cx="4389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先判断是环境、断言、真实回归还是 flaky。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9169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75120" y="2843784"/>
            <a:ext cx="4389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修复后优先跑 focused test，再跑全量检查。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344728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0" y="3374136"/>
            <a:ext cx="4389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把失败类型和证据写进最终总结。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5074920"/>
            <a:ext cx="457200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92824" y="518464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成功标准：模型能解释失败来源，并给出最小变更，而不是大范围改动。</a:t>
            </a:r>
            <a:endParaRPr lang="en-US" sz="12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11 / RECIPE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Recipe 3：接入文档检索 MCP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目标：让 Agent 在需要时查外部文档，但不污染基础工作流。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08760"/>
            <a:ext cx="5532120" cy="4206240"/>
          </a:xfrm>
          <a:prstGeom prst="roundRect">
            <a:avLst>
              <a:gd name="adj" fmla="val 1522"/>
            </a:avLst>
          </a:prstGeom>
          <a:solidFill>
            <a:srgbClr val="F4F9FF"/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645920"/>
            <a:ext cx="5202936" cy="397764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1. 配置 docs MCP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"mcp":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"docs":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"type": "local",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"command": ["npx", "-y", "@example/docs-mcp"],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  "enabled": true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2. 先做只读查询验证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Ask: find docs about authentication middleware</a:t>
            </a:r>
            <a:endParaRPr lang="en-US" sz="1020" dirty="0"/>
          </a:p>
          <a:p>
            <a:pPr indent="0" marL="0">
              <a:buNone/>
              <a:defRPr>
                <a:solidFill>
                  <a:srgbClr val="252F3F"/>
                </a:solidFill>
              </a:defRPr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# 3. 再把它接入 review 场景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F3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/review-changes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0" y="18105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1737360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先只读，再考虑写入。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6583680" y="234086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1228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 b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 MCP 替代 AGENTS.md：项目规则仍写在 AGENTS.md。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6583680" y="287121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12280" y="2798064"/>
            <a:ext cx="4434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不要让 MCP 替代 Skill：方法论仍写在 Skill。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6583680" y="3401568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12280" y="3328416"/>
            <a:ext cx="4434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工具返回内容要控制长度。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6583680" y="5074920"/>
            <a:ext cx="452628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29984" y="5184648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成功标准：Agent 能在需要时查文档，但不会每次任务都调用 MCP。</a:t>
            </a:r>
            <a:endParaRPr lang="en-US" sz="122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12 / EVAL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如何评估这套 OpenCode 配置是否变好了？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不要只看“能不能完成任务”，还要看成本、风险和稳定性。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1056132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6184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370832" y="16184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看什么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91272" y="16184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简单量化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129246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0392" y="222983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0832" y="222983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任务是否完成且测试通过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91272" y="2229830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个小任务中成功几个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749731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" y="285031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工具调用数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832" y="285031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是否频繁无效搜索/无效 bash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850315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 tool calls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370217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47080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权限确认数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70832" y="347080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是否造成 approval fatigue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91272" y="3470801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每任务 ask 次数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3990703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409128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回滚次数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70832" y="409128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是否经常需要 undo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91272" y="4091287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错误编辑频率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611189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" y="471177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上下文长度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832" y="471177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是否被无关内容淹没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4711773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是否频繁 compact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" y="5231674"/>
            <a:ext cx="105613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0392" y="533225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可解释性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70832" y="533225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输出是否有证据和验证命令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91272" y="5332258"/>
            <a:ext cx="3374136" cy="47418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报告质量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5989320"/>
            <a:ext cx="10149840" cy="493776"/>
          </a:xfrm>
          <a:prstGeom prst="roundRect">
            <a:avLst>
              <a:gd name="adj" fmla="val 14815"/>
            </a:avLst>
          </a:prstGeom>
          <a:solidFill>
            <a:srgbClr val="F4F9FF">
              <a:alpha val="12000"/>
            </a:srgbClr>
          </a:solidFill>
          <a:ln w="12700">
            <a:solidFill>
              <a:srgbClr val="A7C5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60704" y="6099048"/>
            <a:ext cx="9857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配置优化的方向：更少无效工具调用、更清晰权限边界、更稳定验证流程。</a:t>
            </a:r>
            <a:endParaRPr lang="en-US" sz="12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12 / LEARNING PATH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60 / 90 分钟学习路线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从能跑到能维护，不需要一次吃完。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899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8503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9107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97112" y="2258568"/>
            <a:ext cx="2185416" cy="0"/>
          </a:xfrm>
          <a:prstGeom prst="line">
            <a:avLst/>
          </a:prstGeom>
          <a:solidFill>
            <a:srgbClr val="4C7BC1"/>
          </a:solidFill>
          <a:ln w="254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0-30 分钟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20040" y="2990088"/>
            <a:ext cx="1874520" cy="4572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AGENTS.md + reviewer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7472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30-60 分钟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743200" y="2990088"/>
            <a:ext cx="1874520" cy="457200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 review Skill +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60-90 分钟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349240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配置基础 permission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90+ 分钟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955280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接入一个只读 MCP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92840" y="2057400"/>
            <a:ext cx="402336" cy="402336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292840" y="215798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91495" y="26517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团队化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10317175" y="2990088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 Starter Kit + Eval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1560" y="4782312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80160" y="4709160"/>
            <a:ext cx="9829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第一天不要追求全自动；先建立可解释的工作流。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51560" y="5221224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80160" y="5148072"/>
            <a:ext cx="9829800" cy="347472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第一周重点优化 AGENTS.md、Command 和 reviewer。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51560" y="5660136"/>
            <a:ext cx="109728" cy="109728"/>
          </a:xfrm>
          <a:prstGeom prst="ellipse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280160" y="5586984"/>
            <a:ext cx="9829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稳定后再扩展 Skill 与 MCP，不要反过来。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7BC1"/>
          </a:solidFill>
          <a:ln w="12700">
            <a:solidFill>
              <a:srgbClr val="4C7BC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13 / CHEAT SHEET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607040" cy="38404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最后一页：五大机制速查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106070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 b="1">
                <a:solidFill>
                  <a:srgbClr val="1E4E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把这页作为团队配置评审清单。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0"/>
          </a:xfrm>
          <a:prstGeom prst="line">
            <a:avLst/>
          </a:prstGeom>
          <a:solidFill>
            <a:srgbClr val="4C7BC1"/>
          </a:solidFill>
          <a:ln w="12700">
            <a:solidFill>
              <a:srgbClr val="4C7BC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6537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 b="0">
                <a:solidFill>
                  <a:srgbClr val="4C7BC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五大核心机制 · 入门专题课（深入版）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384280" y="65105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 b="1">
                <a:solidFill>
                  <a:srgbClr val="4C7BC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54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11018520" cy="4069080"/>
          </a:xfrm>
          <a:prstGeom prst="roundRect">
            <a:avLst>
              <a:gd name="adj" fmla="val 13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" y="170992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22142" y="170992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76772" y="170992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使用条件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931402" y="1709928"/>
            <a:ext cx="2608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入门建议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227838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2378964"/>
            <a:ext cx="2608326" cy="5318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2142" y="237896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共同规则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6772" y="237896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稳定、高频、全局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31402" y="237896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写短、写硬、写命令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295656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305714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2142" y="305714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6772" y="305714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角色/权限/模型不同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31402" y="305714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只读 reviewer 是第一优先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363474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373532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2142" y="373532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按什么方法做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6772" y="373532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复杂流程按需加载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931402" y="373532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 决定触发质量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31292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4413504"/>
            <a:ext cx="2608326" cy="531876"/>
          </a:xfrm>
          <a:prstGeom prst="rect">
            <a:avLst/>
          </a:prstGeom>
          <a:solidFill>
            <a:srgbClr val="F4F9FF"/>
          </a:solidFill>
          <a:ln w="12700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2142" y="441350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怎么一键启动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6772" y="441350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高频人工入口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31402" y="441350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 diff / 参数 / 文件引用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4991100"/>
            <a:ext cx="11018520" cy="0"/>
          </a:xfrm>
          <a:prstGeom prst="line">
            <a:avLst/>
          </a:prstGeom>
          <a:solidFill>
            <a:srgbClr val="4C7BC1"/>
          </a:solidFill>
          <a:ln w="7620">
            <a:solidFill>
              <a:srgbClr val="4C7BC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7512" y="509168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22142" y="509168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能调用什么外部能力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6772" y="509168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接入外部系统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31402" y="5091684"/>
            <a:ext cx="2608326" cy="531876"/>
          </a:xfrm>
          <a:prstGeom prst="rect">
            <a:avLst/>
          </a:prstGeom>
          <a:solidFill>
            <a:srgbClr val="FFFFFF"/>
          </a:solidFill>
          <a:ln w="9525">
            <a:solidFill>
              <a:srgbClr val="A7C5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先只读，权限收口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F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从今天起配置 OpenCode：先确定职责层，再写配置。不要把五种机制混成一个大 Prompt。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五大核心机制：入门专题课（深入版）</dc:title>
  <dc:subject>OpenCode 五大核心机制：AGENTS.md · Agent · Skill · Command · MCP</dc:subject>
  <dc:creator>OpenAI</dc:creator>
  <cp:lastModifiedBy>OpenAI</cp:lastModifiedBy>
  <cp:revision>1</cp:revision>
  <dcterms:created xsi:type="dcterms:W3CDTF">2026-08-13T06:05:54Z</dcterms:created>
  <dcterms:modified xsi:type="dcterms:W3CDTF">2026-08-13T06:05:54Z</dcterms:modified>
</cp:coreProperties>
</file>