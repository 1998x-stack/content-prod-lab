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五大核心机制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入门专题课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· Agent · Skill · Command · MCP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1821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基于《OpenCode 五大核心机制入门级实战教程》重构为可讲授 PPT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46520" y="804672"/>
            <a:ext cx="1463040" cy="777240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共同规则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57032" y="1234440"/>
            <a:ext cx="1243584" cy="713232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谁来做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0" y="2148840"/>
            <a:ext cx="1417320" cy="731520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按什么方法做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0" y="3657600"/>
            <a:ext cx="1417320" cy="713232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怎么启动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0" y="4069080"/>
            <a:ext cx="1243584" cy="713232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外部能力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2423160"/>
            <a:ext cx="1828800" cy="841248"/>
          </a:xfrm>
          <a:prstGeom prst="rect">
            <a:avLst/>
          </a:prstGeom>
          <a:solidFill>
            <a:srgbClr val="153E75"/>
          </a:solidFill>
          <a:ln>
            <a:solidFill>
              <a:srgbClr val="153E7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6016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从“能用”到“可维护”的最短路径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专题课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先记住这句话：五者不是同类东西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它们分别控制规则、角色、流程、入口和外部能力。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600200" cy="493776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532888"/>
            <a:ext cx="16002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项目长期规则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1783080" cy="7132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让仓库“怎么做事”变成常驻上下文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2240280" y="2167128"/>
            <a:ext cx="43891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88920" y="1920240"/>
            <a:ext cx="1600200" cy="493776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88920" y="2532888"/>
            <a:ext cx="16002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+ 权限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880360"/>
            <a:ext cx="1783080" cy="7132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让不同任务由不同“角色”承担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4434840" y="2167128"/>
            <a:ext cx="43891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983480" y="1920240"/>
            <a:ext cx="1600200" cy="493776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83480" y="2532888"/>
            <a:ext cx="16002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按需 know-how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1783080" cy="7132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把复杂流程从常驻 Prompt 中移出去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6629400" y="2167128"/>
            <a:ext cx="43891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178040" y="1920240"/>
            <a:ext cx="1600200" cy="493776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78040" y="2532888"/>
            <a:ext cx="16002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快捷入口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2880360"/>
            <a:ext cx="1783080" cy="7132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把高频人工指令产品化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8823960" y="2167128"/>
            <a:ext cx="43891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372600" y="1920240"/>
            <a:ext cx="1600200" cy="493776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72600" y="2532888"/>
            <a:ext cx="160020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外部工具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1160" y="2880360"/>
            <a:ext cx="1783080" cy="7132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Agent 能接入外部系统能力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1143000" y="4754880"/>
            <a:ext cx="9875520" cy="585216"/>
          </a:xfrm>
          <a:prstGeom prst="rect">
            <a:avLst/>
          </a:prstGeom>
          <a:solidFill>
            <a:srgbClr val="EAF4FF"/>
          </a:solidFill>
          <a:ln w="1270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执行关系：Command 启动 → Agent 承担 → 读取 AGENTS.md → 按需加载 Skill → 必要时调用 MCP。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88720" y="551383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常见误区：把 Skill 写进 AGENTS.md；把 Command 当 Agent；把 MCP 当 Prompt。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贯穿全课的练习仓库：todo-api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用同一个最小 TypeScript 项目，把五大机制串起来。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4663440" cy="4709160"/>
          </a:xfrm>
          <a:prstGeom prst="rect">
            <a:avLst/>
          </a:prstGeom>
          <a:solidFill>
            <a:srgbClr val="0B1220"/>
          </a:solidFill>
          <a:ln w="12700">
            <a:solidFill>
              <a:srgbClr val="17213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todo-api/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├── AGENTS.md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├── opencode.jsonc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├── package.json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├── 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│   ├── index.ts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│   ├── todo-service.ts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│   └── todo-service.test.ts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└── .opencode/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├── agents/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│   └── reviewer.md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├── skills/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│   ├── test-triage/SKILL.md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│   └── review-checklist/SKILL.md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└── commands/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└── review-changes.md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1234440" cy="7132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1417320"/>
            <a:ext cx="1097280" cy="713232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64040" y="1417320"/>
            <a:ext cx="1097280" cy="713232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3090672"/>
            <a:ext cx="1325880" cy="713232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3090672"/>
            <a:ext cx="1097280" cy="713232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43800" y="1773936"/>
            <a:ext cx="3931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52560" y="1773936"/>
            <a:ext cx="38404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012680" y="2130552"/>
            <a:ext cx="-502920" cy="96012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46720" y="3090672"/>
            <a:ext cx="-548640" cy="-950976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035040" y="4663440"/>
            <a:ext cx="4846320" cy="841248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配置增长顺序：每次只加一层，先验证“能发现、能触发、行为符合预期”。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17920" y="5650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0528" y="56555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能启动：opencode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59253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0528" y="59298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能触发：/review-changes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6199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62042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能回滚：Git + /undo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AGENTS.md：项目规则与长期上下文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它不是笔记本，而是给 Agent 的仓库工作契约。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194560" cy="841248"/>
          </a:xfrm>
          <a:prstGeom prst="rect">
            <a:avLst/>
          </a:prstGeom>
          <a:solidFill>
            <a:srgbClr val="486581"/>
          </a:solidFill>
          <a:ln>
            <a:solidFill>
              <a:srgbClr val="48658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仓库事实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commands / dirs / conventions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0" y="1828800"/>
            <a:ext cx="2468880" cy="841248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稳定、高频、全局规则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86600" y="1828800"/>
            <a:ext cx="2194560" cy="841248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模型上下文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每个任务都能用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2249424"/>
            <a:ext cx="74066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27648" y="2249424"/>
            <a:ext cx="7315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0120" y="3429000"/>
            <a:ext cx="8869680" cy="566928"/>
          </a:xfrm>
          <a:prstGeom prst="rect">
            <a:avLst/>
          </a:prstGeom>
          <a:solidFill>
            <a:srgbClr val="E6F4EA"/>
          </a:solidFill>
          <a:ln w="1270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判断标准：这条信息是否“长期稳定 + 大多数任务都需要 + 不希望模型每次重新猜”？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2194560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适合放进去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4343400"/>
            <a:ext cx="2194560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不适合放进去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736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47411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 / 测试 / Lint 命令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50794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目录职责和编码约定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54178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提交前必须验证什么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03320" y="4736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临时需求 / 一次性任务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03320" y="5074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几千行文档全文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03320" y="54132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只有某个流程才需要的细节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0" y="4352544"/>
            <a:ext cx="3429000" cy="135331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一句话：AGENTS.md 决定“共同规则”。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最小可用模板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入门时先写短：让 Agent 知道项目结构、命令和验证顺序。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298448"/>
            <a:ext cx="5486400" cy="4983480"/>
          </a:xfrm>
          <a:prstGeom prst="rect">
            <a:avLst/>
          </a:prstGeom>
          <a:solidFill>
            <a:srgbClr val="0B1220"/>
          </a:solidFill>
          <a:ln w="12700">
            <a:solidFill>
              <a:srgbClr val="17213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 Repository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TypeScript todo-api using npm.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## Commands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Install: npm install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Test: npm test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Typecheck: npm run typecheck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## Structure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src/todo-service.ts: core todo logic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src/todo-service.test.ts: unit tests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## Workflow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After editing TypeScript: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1. run focused tests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2. run typecheck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3. inspect git diff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## Conventions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Prefer small functions.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Do not add dependencies unless needed.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6812280" y="1417320"/>
            <a:ext cx="1874520" cy="502920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最小验证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148840"/>
            <a:ext cx="4069080" cy="1499616"/>
          </a:xfrm>
          <a:prstGeom prst="rect">
            <a:avLst/>
          </a:prstGeom>
          <a:solidFill>
            <a:srgbClr val="EAF4FF"/>
          </a:solidFill>
          <a:ln w="10160">
            <a:solidFill>
              <a:srgbClr val="B6D8F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OpenCode 中提问：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“这个项目怎么运行测试？”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理想结果：模型能引用 AGENTS.md 中的 npm test / typecheck，而不是重新猜。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4069080"/>
            <a:ext cx="1874520" cy="502920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质量边界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4800600"/>
            <a:ext cx="4069080" cy="877824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 Skill、长文档、API 说明全部塞进去。AGENTS.md 应该像“仓库宪法”，不是“资料仓库”。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Agent：角色、模型与权限边界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决定“谁来做”，而不是只决定 Prompt 怎么写。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2423160" cy="777240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持续承担主会话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2423160" cy="777240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局部任务，隔离上下文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883664"/>
            <a:ext cx="14173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3383280"/>
            <a:ext cx="14173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00600" y="2258568"/>
            <a:ext cx="2148840" cy="868680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任务分工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/ Review / 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2706624"/>
            <a:ext cx="10058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973568" y="2258568"/>
            <a:ext cx="2148840" cy="868680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不同权限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 / edit / bash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9235440" cy="123444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为什么要拆 Agent？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降低角色冲突：审查者不应该自动改文件。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降低上下文污染：探索过程不必全部留在主会话。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降低风险：给不同角色不同权限。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示例：只读 reviewer Agent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第一天最应该创建的 Agent：能审查，但不能改文件。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298448"/>
            <a:ext cx="5074920" cy="4864608"/>
          </a:xfrm>
          <a:prstGeom prst="rect">
            <a:avLst/>
          </a:prstGeom>
          <a:solidFill>
            <a:srgbClr val="0B1220"/>
          </a:solidFill>
          <a:ln w="12700">
            <a:solidFill>
              <a:srgbClr val="17213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description: Review current implementation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mode: subagent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temperature: 0.1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permission: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edit: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bash: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"git diff*": allow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"git status*": allow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"*": 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Review the implementation.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Focus on correctness, regressions,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security, edge cases and missing tests.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Do not modify files.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572768"/>
            <a:ext cx="1234440" cy="457200"/>
          </a:xfrm>
          <a:prstGeom prst="rect">
            <a:avLst/>
          </a:prstGeom>
          <a:solidFill>
            <a:srgbClr val="2E7D32"/>
          </a:solidFill>
          <a:ln>
            <a:solidFill>
              <a:srgbClr val="2E7D32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可允许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84848" y="22448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读取文件、查看 diff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84848" y="25831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运行安全检查命令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319272"/>
            <a:ext cx="1234440" cy="457200"/>
          </a:xfrm>
          <a:prstGeom prst="rect">
            <a:avLst/>
          </a:prstGeom>
          <a:solidFill>
            <a:srgbClr val="E64A19"/>
          </a:solidFill>
          <a:ln>
            <a:solidFill>
              <a:srgbClr val="E64A1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必须禁止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986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自动编辑源代码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325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推送代码 / 部署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5074920"/>
            <a:ext cx="4206240" cy="749808"/>
          </a:xfrm>
          <a:prstGeom prst="rect">
            <a:avLst/>
          </a:prstGeom>
          <a:solidFill>
            <a:srgbClr val="EAF4FF"/>
          </a:solidFill>
          <a:ln w="1270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使用方式：在主会话中 @reviewer，或让 Command 指定 agent: reviewer。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贯穿五者的安全边界：Permission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不要把“能调用工具”误解成“已经安全隔离”。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2011680" cy="822960"/>
          </a:xfrm>
          <a:prstGeom prst="rect">
            <a:avLst/>
          </a:prstGeom>
          <a:solidFill>
            <a:srgbClr val="2E7D32"/>
          </a:solidFill>
          <a:ln>
            <a:solidFill>
              <a:srgbClr val="2E7D32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低风险 / 高频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1920240"/>
            <a:ext cx="2011680" cy="822960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需要人工确认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1920240"/>
            <a:ext cx="2011680" cy="822960"/>
          </a:xfrm>
          <a:prstGeom prst="rect">
            <a:avLst/>
          </a:prstGeom>
          <a:solidFill>
            <a:srgbClr val="E64A19"/>
          </a:solidFill>
          <a:ln>
            <a:solidFill>
              <a:srgbClr val="E64A1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deny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硬边界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3552" y="2331720"/>
            <a:ext cx="13716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93408" y="2331720"/>
            <a:ext cx="138074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143000" y="3063240"/>
            <a:ext cx="2194560" cy="822960"/>
          </a:xfrm>
          <a:prstGeom prst="rect">
            <a:avLst/>
          </a:prstGeom>
          <a:solidFill>
            <a:srgbClr val="E8F5E9"/>
          </a:solidFill>
          <a:ln w="10160">
            <a:solidFill>
              <a:srgbClr val="A5D6A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 / glob / grep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status / git diff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2194560" cy="822960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npm test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数据库命令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0" y="3063240"/>
            <a:ext cx="2194560" cy="822960"/>
          </a:xfrm>
          <a:prstGeom prst="rect">
            <a:avLst/>
          </a:prstGeom>
          <a:solidFill>
            <a:srgbClr val="FEE2E2"/>
          </a:solidFill>
          <a:ln w="10160">
            <a:solidFill>
              <a:srgbClr val="FCA5A5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push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 -rf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生产部署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983480"/>
            <a:ext cx="8778240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实战规则：先用最小权限让流程跑通，再逐步把高频低风险动作改成 allow。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Skill：把 know-how 变成按需能力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不是常驻规则，而是“需要时才加载”的操作知识。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1463040" cy="512064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417320"/>
            <a:ext cx="1920240" cy="822960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只暴露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 + description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645920"/>
            <a:ext cx="1463040" cy="512064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06840" y="1417320"/>
            <a:ext cx="1828800" cy="822960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SKILL.md 全文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78608" y="1901952"/>
            <a:ext cx="106070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96128" y="1901952"/>
            <a:ext cx="10058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01584" y="1901952"/>
            <a:ext cx="87782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" y="3154680"/>
            <a:ext cx="3154680" cy="3200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 Skill 的内容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44168" y="36621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代码审查 checklist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39913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测试失败排查流程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44168" y="43205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 migration 步骤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94960" y="3154680"/>
            <a:ext cx="3154680" cy="3200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不适合 Skill 的内容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每个任务都要遵守的规则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40680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某次对话的临时要求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40680" y="4315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外部系统执行能力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46120" y="5413248"/>
            <a:ext cx="5029200" cy="530352"/>
          </a:xfrm>
          <a:prstGeom prst="rect">
            <a:avLst/>
          </a:prstGeom>
          <a:solidFill>
            <a:srgbClr val="E6FFFA"/>
          </a:solidFill>
          <a:ln w="1270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一句话：Skill 决定“按什么方法做”。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示例：review-checklist Skill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把可复用审查方法写成 SKILL.md，而不是塞进 AGENTS.md。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261872"/>
            <a:ext cx="5394960" cy="4956048"/>
          </a:xfrm>
          <a:prstGeom prst="rect">
            <a:avLst/>
          </a:prstGeom>
          <a:solidFill>
            <a:srgbClr val="0B1220"/>
          </a:solidFill>
          <a:ln w="12700">
            <a:solidFill>
              <a:srgbClr val="17213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name: review-checklist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description: Use when reviewing code changes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 Code review checklist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## Procedure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1. Inspect git diff.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2. Identify behavior changes.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3. Check tests.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4. Look for regressions.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5. Summarize risks by severity.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## Output format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High risk issues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Missing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Suggested verification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75120" y="1600200"/>
            <a:ext cx="1417320" cy="502920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触发条件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212848"/>
            <a:ext cx="4206240" cy="713232"/>
          </a:xfrm>
          <a:prstGeom prst="rect">
            <a:avLst/>
          </a:prstGeom>
          <a:solidFill>
            <a:srgbClr val="E6FFFA"/>
          </a:solidFill>
          <a:ln w="10160">
            <a:solidFill>
              <a:srgbClr val="99F6E4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用户要求 review，或 Command 明确让 reviewer 使用 review-checklist。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3456432"/>
            <a:ext cx="1417320" cy="502920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4069080"/>
            <a:ext cx="4206240" cy="1078992"/>
          </a:xfrm>
          <a:prstGeom prst="rect">
            <a:avLst/>
          </a:prstGeom>
          <a:solidFill>
            <a:srgbClr val="EAF4FF"/>
          </a:solidFill>
          <a:ln w="10160">
            <a:solidFill>
              <a:srgbClr val="B6D8F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问：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“请使用 review-checklist 审查当前 git diff。”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看模型是否输出固定结构，而不是泛泛而谈。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Command：把高频 Prompt 变成可执行入口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决定“怎么一键启动”，适合固定流程和团队约定。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1920240" cy="768096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用户输入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/review-changes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22192" y="1874520"/>
            <a:ext cx="1920240" cy="768096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注入固定 Prompt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47104" y="1874520"/>
            <a:ext cx="1920240" cy="768096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指定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272016" y="1874520"/>
            <a:ext cx="1920240" cy="768096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结构化审查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35808" y="2258568"/>
            <a:ext cx="76809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60720" y="2258568"/>
            <a:ext cx="76809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85632" y="2258568"/>
            <a:ext cx="76809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3840480"/>
            <a:ext cx="2834640" cy="3474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适合封装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43479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审查当前改动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681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98448" y="46863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解释某个失败测试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5020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50246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 PR 摘要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54880" y="3840480"/>
            <a:ext cx="2834640" cy="3474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不适合封装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4343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一次性创意问题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4681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需要大量自由探索的任务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50200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外部 API 的真实调用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示例：/review-changes Command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把“审查当前改动”变成团队内可复用的入口。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234440"/>
            <a:ext cx="5257800" cy="5010912"/>
          </a:xfrm>
          <a:prstGeom prst="rect">
            <a:avLst/>
          </a:prstGeom>
          <a:solidFill>
            <a:srgbClr val="0B1220"/>
          </a:solidFill>
          <a:ln w="12700">
            <a:solidFill>
              <a:srgbClr val="17213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description: Review current code changes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agent: reviewer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Review the current changes.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Git diff: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!`git diff`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Use the review-checklist skill if relevant.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Focus 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correctness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regressions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missing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- security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Do not modify files.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0" y="1508760"/>
            <a:ext cx="2057400" cy="502920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它做了三件事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3840480" cy="713232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固定任务语义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不是每次重新手写 Prompt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246120"/>
            <a:ext cx="3840480" cy="713232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注入 Shell 输出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!`git diff` 直接进入上下文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4206240"/>
            <a:ext cx="3840480" cy="713232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绑定 reviewer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审查角色和权限自然生效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5431536"/>
            <a:ext cx="3840480" cy="475488"/>
          </a:xfrm>
          <a:prstGeom prst="rect">
            <a:avLst/>
          </a:prstGeom>
          <a:solidFill>
            <a:srgbClr val="EAF4FF"/>
          </a:solidFill>
          <a:ln w="1270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使用方式：在 TUI 中输入 /review-changes。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MCP：给 Agent 接入外部工具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决定“能调用哪些外部能力”，不是写规则，也不是写 Prompt。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148840" cy="868680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2834640"/>
            <a:ext cx="1600200" cy="-9144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2834640"/>
            <a:ext cx="1600200" cy="9144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09160" y="1508760"/>
            <a:ext cx="2057400" cy="749808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MCP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本地命令 / stdio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3364992"/>
            <a:ext cx="2057400" cy="749808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Remote MCP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 / OAuth / headers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766560" y="1874520"/>
            <a:ext cx="16916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3749040"/>
            <a:ext cx="16916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503920" y="2423160"/>
            <a:ext cx="2331720" cy="868680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文档检索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Issue / DB / 平台能力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5303520"/>
            <a:ext cx="9052560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 MCP 的能力：跨项目、跨 Agent、可标准化复用的外部系统能力。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9880" y="310896"/>
            <a:ext cx="960120" cy="256032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最小配置：Local 与 Remote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入门先用只读文档检索类 MCP，再逐步接入有副作用的系统。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298448"/>
            <a:ext cx="5669280" cy="4407408"/>
          </a:xfrm>
          <a:prstGeom prst="rect">
            <a:avLst/>
          </a:prstGeom>
          <a:solidFill>
            <a:srgbClr val="0B1220"/>
          </a:solidFill>
          <a:ln w="12700">
            <a:solidFill>
              <a:srgbClr val="17213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"$schema": "https://opencode.ai/config.json",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"mcp":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"docs":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"type": "local",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"command": ["npx", "-y", "my-docs-mcp"],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"enabled": true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},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"jira":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"type": "remote",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"url": "https://example.com/mcp",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"enabled": true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6E4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995160" y="1481328"/>
            <a:ext cx="1600200" cy="502920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验证清单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76288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68896" y="22905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能发现 MCP 工具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76288" y="2651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68896" y="26563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模型知道什么时候该调用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76288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68896" y="30220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返回内容足够短、够有用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76288" y="338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68896" y="33878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写操作默认 ask 或 deny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20840" y="4343400"/>
            <a:ext cx="3977640" cy="914400"/>
          </a:xfrm>
          <a:prstGeom prst="rect">
            <a:avLst/>
          </a:prstGeom>
          <a:solidFill>
            <a:srgbClr val="FEE2E2"/>
          </a:solidFill>
          <a:ln w="10160">
            <a:solidFill>
              <a:srgbClr val="FCA5A5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安全建议：先接只读工具，再接写入型工具；有外部副作用的操作必须有权限边界。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组合实战：/review-changes 如何穿过五层机制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这张图就是完整 Starter Kit 的执行路径。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1783080" cy="658368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/review-changes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86200" y="1508760"/>
            <a:ext cx="1920240" cy="658368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 review prompt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12280" y="1508760"/>
            <a:ext cx="1645920" cy="658368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418320" y="1508760"/>
            <a:ext cx="1508760" cy="658368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审查结论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51760" y="1828800"/>
            <a:ext cx="120700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1828800"/>
            <a:ext cx="97840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58200" y="1828800"/>
            <a:ext cx="93268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89120" y="3063240"/>
            <a:ext cx="1965960" cy="658368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 AGENTS.md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项目规则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720840" y="3063240"/>
            <a:ext cx="1920240" cy="658368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加载 Skill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review-checklist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052560" y="3063240"/>
            <a:ext cx="1783080" cy="658368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 MCP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查外部文档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635240" y="2167128"/>
            <a:ext cx="-2240280" cy="87782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2167128"/>
            <a:ext cx="45720" cy="87782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2167128"/>
            <a:ext cx="2240280" cy="87782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05840" y="4800600"/>
            <a:ext cx="9875520" cy="841248"/>
          </a:xfrm>
          <a:prstGeom prst="rect">
            <a:avLst/>
          </a:prstGeom>
          <a:solidFill>
            <a:srgbClr val="EAF4FF"/>
          </a:solidFill>
          <a:ln w="1016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设计重点：Command 不应该包办一切；它只是入口。真正的行为由 Agent、AGENTS.md、Skill、MCP 和 Permission 共同决定。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排错：为什么我的配置没有生效？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按发现 → 触发 → 权限 → 上下文四步排查。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1965960" cy="658368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是否被发现？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37560" y="1554480"/>
            <a:ext cx="1965960" cy="658368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是否被触发？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554480"/>
            <a:ext cx="2103120" cy="658368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是否被权限拦截？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58200" y="1554480"/>
            <a:ext cx="2240280" cy="658368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是否被上下文淹没？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52928" y="1883664"/>
            <a:ext cx="4572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21808" y="1883664"/>
            <a:ext cx="4572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27848" y="1883664"/>
            <a:ext cx="502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" y="2743200"/>
            <a:ext cx="2148840" cy="98755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文件位置对吗？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命名对吗？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YAML frontmatter 对吗？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3246120" y="2743200"/>
            <a:ext cx="2148840" cy="98755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描述是否清楚？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名字对吗？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模型知道该调用吗？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5715000" y="2743200"/>
            <a:ext cx="2286000" cy="987552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permission 是 ask？deny？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是否启用？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bash 是否被拒绝？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8366760" y="2743200"/>
            <a:ext cx="2423160" cy="987552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太长？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是否应该拆分？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是否需要 /compact？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1325880" y="5047488"/>
            <a:ext cx="8778240" cy="658368"/>
          </a:xfrm>
          <a:prstGeom prst="rect">
            <a:avLst/>
          </a:prstGeom>
          <a:solidFill>
            <a:srgbClr val="E6F4EA"/>
          </a:solidFill>
          <a:ln w="1270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最小复现原则：每次只保留一个 Agent / Skill / Command，先确认单点正常，再组合。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设计决策：这段能力该放哪里？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入门阶段只问一个问题：它是在控制规则、角色、流程、入口，还是外部能力？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5394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每个任务都要知道的项目规则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95160" y="1417320"/>
            <a:ext cx="2057400" cy="512064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64224" y="1673352"/>
            <a:ext cx="60350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60120" y="2258568"/>
            <a:ext cx="5394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不同任务需要不同角色 / 权限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95160" y="2258568"/>
            <a:ext cx="2057400" cy="512064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64224" y="2514600"/>
            <a:ext cx="60350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0120" y="3099816"/>
            <a:ext cx="5394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一套可复用但不常驻的操作流程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95160" y="3099816"/>
            <a:ext cx="2057400" cy="512064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64224" y="3355848"/>
            <a:ext cx="60350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60120" y="3941064"/>
            <a:ext cx="5394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一个高频且固定的人类入口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95160" y="3941064"/>
            <a:ext cx="2057400" cy="512064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64224" y="4197096"/>
            <a:ext cx="60350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4782312"/>
            <a:ext cx="5394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连接外部系统、数据库、文档平台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95160" y="4782312"/>
            <a:ext cx="2057400" cy="512064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64224" y="5038344"/>
            <a:ext cx="60350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51560" y="5897880"/>
            <a:ext cx="932688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64A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反模式：所有内容都塞进 AGENTS.md。结果是上下文变重、职责混乱、排错困难。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669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小时入门路线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从一个 AGENTS.md 开始，逐层搭出可维护的 OpenCode Starter Kit。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914400" cy="411480"/>
          </a:xfrm>
          <a:prstGeom prst="rect">
            <a:avLst/>
          </a:prstGeom>
          <a:solidFill>
            <a:srgbClr val="0B1F35"/>
          </a:solidFill>
          <a:ln>
            <a:solidFill>
              <a:srgbClr val="0B1F3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00-20m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56232" y="1929384"/>
            <a:ext cx="224028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 AGENTS.md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3360" y="2121408"/>
            <a:ext cx="3657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434840" y="1920240"/>
            <a:ext cx="914400" cy="411480"/>
          </a:xfrm>
          <a:prstGeom prst="rect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20-40m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13832" y="1929384"/>
            <a:ext cx="224028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reviewer Agent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2121408"/>
            <a:ext cx="3657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92440" y="1920240"/>
            <a:ext cx="914400" cy="411480"/>
          </a:xfrm>
          <a:prstGeom prst="rect">
            <a:avLst/>
          </a:prstGeom>
          <a:solidFill>
            <a:srgbClr val="00A699"/>
          </a:solidFill>
          <a:ln>
            <a:solidFill>
              <a:srgbClr val="00A69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40-65m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71432" y="1929384"/>
            <a:ext cx="224028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review-checklist Skill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914400" cy="411480"/>
          </a:xfrm>
          <a:prstGeom prst="rect">
            <a:avLst/>
          </a:prstGeom>
          <a:solidFill>
            <a:srgbClr val="F2994A"/>
          </a:solidFill>
          <a:ln>
            <a:solidFill>
              <a:srgbClr val="F299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65-85m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56232" y="3346704"/>
            <a:ext cx="224028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/review-changes Command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23360" y="3538728"/>
            <a:ext cx="3657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434840" y="3337560"/>
            <a:ext cx="914400" cy="411480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85-110m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13832" y="3346704"/>
            <a:ext cx="224028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接入只读 MCP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80960" y="3538728"/>
            <a:ext cx="3657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092440" y="3337560"/>
            <a:ext cx="914400" cy="411480"/>
          </a:xfrm>
          <a:prstGeom prst="rect">
            <a:avLst/>
          </a:prstGeom>
          <a:solidFill>
            <a:srgbClr val="2E7D32"/>
          </a:solidFill>
          <a:ln>
            <a:solidFill>
              <a:srgbClr val="2E7D32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110-120m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71432" y="3346704"/>
            <a:ext cx="224028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组合验证 + 排错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166360"/>
            <a:ext cx="9601200" cy="749808"/>
          </a:xfrm>
          <a:prstGeom prst="rect">
            <a:avLst/>
          </a:prstGeom>
          <a:solidFill>
            <a:srgbClr val="EAF4FF"/>
          </a:solidFill>
          <a:ln w="10160">
            <a:solidFill>
              <a:srgbClr val="B6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最终记忆：AGENTS.md 管共同规则；Agent 管谁来做；Skill 管方法；Command 管入口；MCP 管外部能力。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608076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6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下一步：用真实仓库复制 Starter Kit，并只改最小必要字段。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28832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29AB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五大核心机制入门专题课</dc:title>
  <dc:subject>OpenCode 五大核心机制入门专题课</dc:subject>
  <dc:creator>OpenAI</dc:creator>
  <cp:lastModifiedBy>OpenAI</cp:lastModifiedBy>
  <cp:revision>1</cp:revision>
  <dcterms:created xsi:type="dcterms:W3CDTF">2026-08-13T05:57:19Z</dcterms:created>
  <dcterms:modified xsi:type="dcterms:W3CDTF">2026-08-13T05:57:19Z</dcterms:modified>
</cp:coreProperties>
</file>