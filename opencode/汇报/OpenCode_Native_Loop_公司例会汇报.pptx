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开场：本次汇报回答一个工程决策问题：OpenCode 能否引入类似 Cursor /loop 的长期 Agent 运行能力，以及应该如何做才不会把现有 session 并发和 compaction 风险放大。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结论页：公司层面建议推进，但推进方式要谨慎。PoC 是体验验证，不是最终架构。最终要把调度权下沉到 session runtime。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这一页把讨论从功能层拉回架构层。Loop 是长期 agent 的协调问题，不是命令解析问题。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Cursor 的核心不是 /loop 字符串，而是把 continuation 做成 conversation-level runtime primitive。这个设计给 OpenCode 的参考价值很高。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当前不是没有 loop，而是 loop 的层级不对。内部 prompt loop 解决一次任务内的工具调用；长期 loop 需要跨 turn durable scheduling。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这页解释为什么能。OpenCode 的多个模块虽然没有成品 /loop，但它们组合起来接近 Cursor 的架构需要。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这页是风险页，支撑“为什么不能直接套一层 while”。长期运行会把小概率 race condition 变成必现问题。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这一页是核心推荐架构。为了稳定，scheduler 不能直接调用 provider；所有输入都必须经过 session admission 和 runner 协调。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状态机用于把长期 agent 从黑盒变成可运维的系统。尤其要有 blocked 和 failed，而不是一直继续。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 session 不是无限上下文。长期 loop 需要把真相放到外部状态和可验证证据里，摘要只能是辅助。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研发路线建议采用双轨：PoC 给产品和用户体验反馈，Core Native 才是稳定交付。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路线图需要先体验验证，再落核心，最后做安全和生产硬化。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验收要从可靠系统角度定义，而不是只看 agent 有没有继续说话。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结尾：把决策明确化。不是是否要做，而是按什么技术路径做，防止落成脆弱的外部循环。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details: Cursor changelog shared-canvases; Cursor hooks documentation; OpenCode compaction docs; anomalyco/opencode prompt.ts and issues 13577/31152; ByBrawe/opencode-loop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原生 Loop 改造可行性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13232" y="148132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1E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能不能？为什么？如何改造成公司级长期 Agent Runtime？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13232" y="2057400"/>
            <a:ext cx="2743200" cy="0"/>
          </a:xfrm>
          <a:prstGeom prst="line">
            <a:avLst/>
          </a:prstGeom>
          <a:noFill/>
          <a:ln w="38100">
            <a:solidFill>
              <a:srgbClr val="7BC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71500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公司例会汇报 · 架构评估 / 路线建议 / 风险控制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241280" y="5696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2026-08-12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1920240"/>
            <a:ext cx="1417320" cy="658368"/>
          </a:xfrm>
          <a:prstGeom prst="roundRect">
            <a:avLst/>
          </a:prstGeom>
          <a:solidFill>
            <a:srgbClr val="183B8C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0" y="2560320"/>
            <a:ext cx="1417320" cy="658368"/>
          </a:xfrm>
          <a:prstGeom prst="roundRect">
            <a:avLst/>
          </a:prstGeom>
          <a:solidFill>
            <a:srgbClr val="183B8C"/>
          </a:solidFill>
          <a:ln w="12700">
            <a:solidFill>
              <a:srgbClr val="6D3F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12280" y="3794760"/>
            <a:ext cx="1417320" cy="658368"/>
          </a:xfrm>
          <a:prstGeom prst="roundRect">
            <a:avLst/>
          </a:prstGeom>
          <a:solidFill>
            <a:srgbClr val="183B8C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 #1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72600" y="4160520"/>
            <a:ext cx="1417320" cy="658368"/>
          </a:xfrm>
          <a:prstGeom prst="roundRect">
            <a:avLst/>
          </a:prstGeom>
          <a:solidFill>
            <a:srgbClr val="183B8C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 #N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一页定调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结论：能引入，但必须做成 Runtime 能力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2011680" cy="1417320"/>
          </a:xfrm>
          <a:prstGeom prst="roundRect">
            <a:avLst/>
          </a:prstGeom>
          <a:solidFill>
            <a:srgbClr val="1B8A5A"/>
          </a:solidFill>
          <a:ln>
            <a:solidFill>
              <a:srgbClr val="1B8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017520" y="15727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建议进入新版 OpenCode 路线图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035808" y="21214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但目标不是“加一个 /loop 命令”，而是新增一组长期 Agent Runtime 原语。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657600"/>
            <a:ext cx="3429000" cy="402336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可以先做 PoC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105656"/>
            <a:ext cx="3429000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Plugin / Skill 可以验证命令体验、interval、idle-safe、progress.md 工作流。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3657600"/>
            <a:ext cx="3429000" cy="402336"/>
          </a:xfrm>
          <a:prstGeom prst="roundRect">
            <a:avLst/>
          </a:prstGeom>
          <a:solidFill>
            <a:srgbClr val="6D3FF7"/>
          </a:solidFill>
          <a:ln w="12700">
            <a:solidFill>
              <a:srgbClr val="6D3F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最终必须 Core Native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4105656"/>
            <a:ext cx="3429000" cy="877824"/>
          </a:xfrm>
          <a:prstGeom prst="roundRect">
            <a:avLst/>
          </a:prstGeom>
          <a:solidFill>
            <a:srgbClr val="F3EFFF"/>
          </a:solidFill>
          <a:ln w="12700">
            <a:solidFill>
              <a:srgbClr val="6D3FF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要实现同 Session、sleep/wake、取消、持久状态、权限暂停、crash recovery。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92440" y="3657600"/>
            <a:ext cx="3429000" cy="402336"/>
          </a:xfrm>
          <a:prstGeom prst="roundRect">
            <a:avLst/>
          </a:prstGeom>
          <a:solidFill>
            <a:srgbClr val="D92D20"/>
          </a:solidFill>
          <a:ln w="12700">
            <a:solidFill>
              <a:srgbClr val="D92D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主要风险在 Runtime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92440" y="4105656"/>
            <a:ext cx="3429000" cy="877824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不能复用 V1 内部 prompt loop；否则会放大并发重入、stale busy、compaction loop。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资料：Cursor Hooks /loop；OpenCode V2 compaction docs；OpenCode issue 13577 / 31152</a:t>
            </a:r>
            <a:endParaRPr lang="en-US" sz="6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问题定义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这次要回答的不是“有没有循环”，而是“循环归谁管”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2423160" cy="11430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低价值实现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Shell while / 外层脚本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1892808"/>
            <a:ext cx="731520" cy="0"/>
          </a:xfrm>
          <a:prstGeom prst="line">
            <a:avLst/>
          </a:prstGeom>
          <a:noFill/>
          <a:ln w="1651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069080" y="1325880"/>
            <a:ext cx="2423160" cy="11430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Plugin timer + prompt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29400" y="1892808"/>
            <a:ext cx="731520" cy="0"/>
          </a:xfrm>
          <a:prstGeom prst="line">
            <a:avLst/>
          </a:prstGeom>
          <a:noFill/>
          <a:ln w="1651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52360" y="1325880"/>
            <a:ext cx="3017520" cy="114300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 Runtime 原生调度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2971800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公司真正需要的是右侧目标态：能长时间自动推进任务，但不会破坏 Session 一致性、权限边界和上下文管理。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1920240" cy="457200"/>
          </a:xfrm>
          <a:prstGeom prst="roundRect">
            <a:avLst/>
          </a:prstGeom>
          <a:solidFill>
            <a:srgbClr val="0B1F5B"/>
          </a:solidFill>
          <a:ln w="12700">
            <a:solidFill>
              <a:srgbClr val="0B1F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 Session？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498848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是：长期容器保持一致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44368" y="3977640"/>
            <a:ext cx="1920240" cy="457200"/>
          </a:xfrm>
          <a:prstGeom prst="roundRect">
            <a:avLst/>
          </a:prstGeom>
          <a:solidFill>
            <a:srgbClr val="0B1F5B"/>
          </a:solidFill>
          <a:ln w="12700">
            <a:solidFill>
              <a:srgbClr val="0B1F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每轮如何触发？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44368" y="4498848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Scheduler 产生下一轮输入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02936" y="3977640"/>
            <a:ext cx="1920240" cy="457200"/>
          </a:xfrm>
          <a:prstGeom prst="roundRect">
            <a:avLst/>
          </a:prstGeom>
          <a:solidFill>
            <a:srgbClr val="0B1F5B"/>
          </a:solidFill>
          <a:ln w="12700">
            <a:solidFill>
              <a:srgbClr val="0B1F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会不会爆？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02936" y="4498848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靠 compaction / checkpoint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61504" y="3977640"/>
            <a:ext cx="1920240" cy="457200"/>
          </a:xfrm>
          <a:prstGeom prst="roundRect">
            <a:avLst/>
          </a:prstGeom>
          <a:solidFill>
            <a:srgbClr val="0B1F5B"/>
          </a:solidFill>
          <a:ln w="12700">
            <a:solidFill>
              <a:srgbClr val="0B1F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失败怎么停？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61504" y="4498848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Verifier + terminal state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720072" y="3977640"/>
            <a:ext cx="1920240" cy="457200"/>
          </a:xfrm>
          <a:prstGeom prst="roundRect">
            <a:avLst/>
          </a:prstGeom>
          <a:solidFill>
            <a:srgbClr val="0B1F5B"/>
          </a:solidFill>
          <a:ln w="12700">
            <a:solidFill>
              <a:srgbClr val="0B1F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权限怎么办？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20072" y="4498848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Ask/Deny 触发 blocked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 Cursor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Cursor 给出的参考答案：同一 Session，多次 Agent Run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704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Cursor /loop 的关键不是命令名，而是把“下一轮输入”交给 Runtime 接纳。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1691640" cy="53035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User: /loop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496312"/>
            <a:ext cx="1691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设定目标与停止条件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24328" y="2139696"/>
            <a:ext cx="466344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200400" y="1874520"/>
            <a:ext cx="1691640" cy="530352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Run #1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0" y="2496312"/>
            <a:ext cx="1691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+ Tools 执行一轮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56048" y="2139696"/>
            <a:ext cx="466344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532120" y="1874520"/>
            <a:ext cx="1691640" cy="530352"/>
          </a:xfrm>
          <a:prstGeom prst="roundRect">
            <a:avLst/>
          </a:prstGeom>
          <a:solidFill>
            <a:srgbClr val="F3EFFF"/>
          </a:solidFill>
          <a:ln w="12700">
            <a:solidFill>
              <a:srgbClr val="6D3F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stop hook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532120" y="2496312"/>
            <a:ext cx="1691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Turn 结束处判断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87768" y="2139696"/>
            <a:ext cx="466344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863840" y="1874520"/>
            <a:ext cx="1691640" cy="530352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followup_message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0" y="2496312"/>
            <a:ext cx="1691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自动提交下一条用户消息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19488" y="2139696"/>
            <a:ext cx="466344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195560" y="1874520"/>
            <a:ext cx="1691640" cy="530352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Run #2…N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195560" y="2496312"/>
            <a:ext cx="1691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再次唤醒同一 conversation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48840" y="3703320"/>
            <a:ext cx="7818120" cy="530352"/>
          </a:xfrm>
          <a:prstGeom prst="roundRect">
            <a:avLst/>
          </a:prstGeom>
          <a:solidFill>
            <a:srgbClr val="0B1F5B"/>
          </a:solidFill>
          <a:ln w="12700">
            <a:solidFill>
              <a:srgbClr val="0B1F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 Conversation / Session C1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423160" y="440740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逻辑上持续推进；物理上每次 wake 都是新的 Agent Run / Generation。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3429000" cy="402336"/>
          </a:xfrm>
          <a:prstGeom prst="roundRect">
            <a:avLst/>
          </a:prstGeom>
          <a:solidFill>
            <a:srgbClr val="1B8A5A"/>
          </a:solidFill>
          <a:ln w="12700">
            <a:solidFill>
              <a:srgbClr val="1B8A5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可借鉴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614416"/>
            <a:ext cx="3429000" cy="356616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1B8A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terminal turn → follow-up admission：由 Runtime 自动把下一轮输入提交到同一 session。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34840" y="5166360"/>
            <a:ext cx="3429000" cy="40233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不能照搬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34840" y="5614416"/>
            <a:ext cx="3429000" cy="356616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Cursor 的内部 /loop 源码未公开；OpenCode 只能复用其公开 Runtime 语义，不应复制表层交互。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5166360"/>
            <a:ext cx="3429000" cy="402336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OpenCode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0" y="5614416"/>
            <a:ext cx="3429000" cy="35661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核心新增不是 Skill，而是 durable LoopState + Scheduler + Session admission。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资料：Cursor 3.5 /loop changelog；Cursor Hooks stop.followup_message / loop_count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现状基线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现状：有“循环部件”，但还不是产品级 /loop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2103120" cy="320040"/>
          </a:xfrm>
          <a:prstGeom prst="rect">
            <a:avLst/>
          </a:prstGeom>
          <a:solidFill>
            <a:srgbClr val="0B1F5B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325880"/>
            <a:ext cx="3657600" cy="320040"/>
          </a:xfrm>
          <a:prstGeom prst="rect">
            <a:avLst/>
          </a:prstGeom>
          <a:solidFill>
            <a:srgbClr val="0B1F5B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当前作用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1325880"/>
            <a:ext cx="4480560" cy="320040"/>
          </a:xfrm>
          <a:prstGeom prst="rect">
            <a:avLst/>
          </a:prstGeom>
          <a:solidFill>
            <a:srgbClr val="0B1F5B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/loop 的判断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719072"/>
            <a:ext cx="21031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SessionPrompt.loop()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34640" y="1719072"/>
            <a:ext cx="3657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单个用户任务内的 LLM/Tool 迭代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92240" y="1719072"/>
            <a:ext cx="4480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不能承担跨 Turn 长期调度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2432304"/>
            <a:ext cx="2103120" cy="530352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 / Message 历史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34640" y="2432304"/>
            <a:ext cx="3657600" cy="530352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天然长期容器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2432304"/>
            <a:ext cx="4480560" cy="530352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可作为 Parent Session 基础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145536"/>
            <a:ext cx="21031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Compaction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34640" y="3145536"/>
            <a:ext cx="3657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把旧上下文压缩成 checkpoint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145536"/>
            <a:ext cx="4480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支撑长期同 Session，但有损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3858768"/>
            <a:ext cx="2103120" cy="530352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Plugin / Skill / Command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34640" y="3858768"/>
            <a:ext cx="3657600" cy="530352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表层 UX 和 PoC 快速验证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3858768"/>
            <a:ext cx="4480560" cy="530352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不能替代 durable scheduler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21031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V2 session runtime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34640" y="4572000"/>
            <a:ext cx="3657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inbox / wake / serialized runner 方向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4572000"/>
            <a:ext cx="4480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8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最适合做 Core Native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5840" y="5532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判断：OpenCode 不是从零开始，但要把“下一轮输入何时进入 Session”改成 Runtime 所有权。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02920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资料：OpenCode prompt.ts；OpenCode V2 compaction docs；OpenCode plugin ecosystem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可行性证据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为什么能做：关键底座已经基本具备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438912" cy="438912"/>
          </a:xfrm>
          <a:prstGeom prst="roundRect">
            <a:avLst/>
          </a:prstGeom>
          <a:solidFill>
            <a:srgbClr val="1B8A5A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52728" y="143560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 长期容器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52728" y="181965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会话、历史、摘要、工作区状态可持续承载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252728" y="1728216"/>
            <a:ext cx="22402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417320"/>
            <a:ext cx="438912" cy="438912"/>
          </a:xfrm>
          <a:prstGeom prst="roundRect">
            <a:avLst/>
          </a:prstGeom>
          <a:solidFill>
            <a:srgbClr val="1B8A5A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01768" y="143560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Input / Execution 分离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01768" y="181965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下一轮输入可先进入 durable inbox，再安全 promote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01768" y="1728216"/>
            <a:ext cx="22402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417320"/>
            <a:ext cx="438912" cy="438912"/>
          </a:xfrm>
          <a:prstGeom prst="roundRect">
            <a:avLst/>
          </a:prstGeom>
          <a:solidFill>
            <a:srgbClr val="1B8A5A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50808" y="143560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串行 Runner 设计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50808" y="181965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 Session 必须 join/coalesce，避免重入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50808" y="1728216"/>
            <a:ext cx="22402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46120"/>
            <a:ext cx="438912" cy="438912"/>
          </a:xfrm>
          <a:prstGeom prst="roundRect">
            <a:avLst/>
          </a:prstGeom>
          <a:solidFill>
            <a:srgbClr val="1B8A5A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52728" y="326440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Compaction 机制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52728" y="364845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 context window 下支持长期推进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252728" y="3557016"/>
            <a:ext cx="22402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3246120"/>
            <a:ext cx="438912" cy="438912"/>
          </a:xfrm>
          <a:prstGeom prst="roundRect">
            <a:avLst/>
          </a:prstGeom>
          <a:solidFill>
            <a:srgbClr val="1B8A5A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01768" y="326440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/ Command / Plugin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01768" y="364845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/loop UX 可快速落地并灰度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01768" y="3557016"/>
            <a:ext cx="22402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3246120"/>
            <a:ext cx="438912" cy="438912"/>
          </a:xfrm>
          <a:prstGeom prst="roundRect">
            <a:avLst/>
          </a:prstGeom>
          <a:solidFill>
            <a:srgbClr val="1B8A5A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50808" y="326440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Subagent 模型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50808" y="364845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 Parent Loop 可拆分探索/测试/审查任务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750808" y="3557016"/>
            <a:ext cx="22402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5440680"/>
            <a:ext cx="9326880" cy="402336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可行性本质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17320" y="5888736"/>
            <a:ext cx="9326880" cy="26517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只要“下一轮输入”由 durable session runtime 接纳，而不是插件直接打 provider，就能复用现有 Agent 能力。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反面约束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为什么不能只做“Plugin + while”：风险会被长期任务放大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25880"/>
            <a:ext cx="1417320" cy="438912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并发重入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04872" y="134416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 Session 叠加 provider turn，产生重复消息或竞争状态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263640" y="1325880"/>
            <a:ext cx="1417320" cy="438912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Stale busy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91272" y="134416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idle/status 不是唯一真相，timer 可能误判可进入下一轮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1417320" cy="438912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状态丢失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04872" y="276148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插件 reload / 进程退出后 loop job 丢失或重复恢复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263640" y="2743200"/>
            <a:ext cx="1417320" cy="438912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Compaction 风暴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91272" y="276148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 context 压缩出错会形成 build → compact 循环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77240" y="4160520"/>
            <a:ext cx="1417320" cy="438912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权限绕过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04872" y="417880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为了自动化而自动 approve，会破坏企业安全边界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263640" y="4160520"/>
            <a:ext cx="1417320" cy="438912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Stop 误判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91272" y="417880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只靠模型输出 COMPLETE，容易假完成或无限修复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089904" y="1143000"/>
            <a:ext cx="0" cy="443484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5532120"/>
            <a:ext cx="9692640" cy="402336"/>
          </a:xfrm>
          <a:prstGeom prst="roundRect">
            <a:avLst/>
          </a:prstGeom>
          <a:solidFill>
            <a:srgbClr val="D92D20"/>
          </a:solidFill>
          <a:ln w="12700">
            <a:solidFill>
              <a:srgbClr val="D92D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批判性结论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5980176"/>
            <a:ext cx="9692640" cy="265176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PoC 可以外置；正式能力必须把 loop state、admission、scheduler、permission pause 放进 Core Runtime。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推荐方案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目标架构：Loop 做成 V2 Session Runtime 的一等能力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280160" cy="777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/loop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57400" y="1719072"/>
            <a:ext cx="1828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331720" y="1325880"/>
            <a:ext cx="1280160" cy="777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Loop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03320" y="1719072"/>
            <a:ext cx="1828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977640" y="1325880"/>
            <a:ext cx="1508760" cy="777240"/>
          </a:xfrm>
          <a:prstGeom prst="roundRect">
            <a:avLst/>
          </a:prstGeom>
          <a:solidFill>
            <a:srgbClr val="F3EFFF"/>
          </a:solidFill>
          <a:ln w="12700">
            <a:solidFill>
              <a:srgbClr val="6D3F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SessionLoop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77840" y="1719072"/>
            <a:ext cx="22860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897880" y="1325880"/>
            <a:ext cx="1417320" cy="777240"/>
          </a:xfrm>
          <a:prstGeom prst="roundRect">
            <a:avLst/>
          </a:prstGeom>
          <a:solidFill>
            <a:srgbClr val="F3EFFF"/>
          </a:solidFill>
          <a:ln w="12700">
            <a:solidFill>
              <a:srgbClr val="6D3F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Loop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Scheduler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06640" y="1719072"/>
            <a:ext cx="22860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26680" y="1325880"/>
            <a:ext cx="1325880" cy="77724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Durable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Inbox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0" y="1719072"/>
            <a:ext cx="1828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418320" y="1325880"/>
            <a:ext cx="1600200" cy="77724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SessionRun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Coordinator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195560" y="2331720"/>
            <a:ext cx="0" cy="594360"/>
          </a:xfrm>
          <a:prstGeom prst="line">
            <a:avLst/>
          </a:prstGeom>
          <a:noFill/>
          <a:ln w="15240">
            <a:solidFill>
              <a:srgbClr val="1B8A5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961120" y="2971800"/>
            <a:ext cx="2377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Parent Agent Run #N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+ Tools + Subagents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15400" y="3383280"/>
            <a:ext cx="-77724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806440" y="29718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Verifier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 / Lint / Build / Evidence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0" y="3383280"/>
            <a:ext cx="-100584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194560" y="29718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LoopState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 | done | blocked | failed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29000" y="2971800"/>
            <a:ext cx="1280160" cy="-822960"/>
          </a:xfrm>
          <a:prstGeom prst="line">
            <a:avLst/>
          </a:prstGeom>
          <a:noFill/>
          <a:ln w="13970">
            <a:solidFill>
              <a:srgbClr val="6D3FF7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22960" y="4754880"/>
            <a:ext cx="3383280" cy="402336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架构原则 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202936"/>
            <a:ext cx="3383280" cy="4206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Scheduler 不直接跑 Agent，只写入 durable inbox 并 wake session。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34840" y="4754880"/>
            <a:ext cx="3383280" cy="402336"/>
          </a:xfrm>
          <a:prstGeom prst="roundRect">
            <a:avLst/>
          </a:prstGeom>
          <a:solidFill>
            <a:srgbClr val="1B8A5A"/>
          </a:solidFill>
          <a:ln w="12700">
            <a:solidFill>
              <a:srgbClr val="1B8A5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架构原则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34840" y="5202936"/>
            <a:ext cx="3383280" cy="420624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1B8A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 Session 必须由 Coordinator 串行化，禁止两个 active run。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3383280" cy="40233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架构原则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0" y="5202936"/>
            <a:ext cx="3383280" cy="420624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Stop condition 必须由模型声明 + 外部 verifier + 预算共同判定。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运行生命周期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状态机：长期任务需要可恢复、可暂停、可解释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1325880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CREATED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450592"/>
            <a:ext cx="1325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解析 /loop spec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57400" y="2084832"/>
            <a:ext cx="41148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560320" y="1828800"/>
            <a:ext cx="1325880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WAITING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60320" y="2450592"/>
            <a:ext cx="1325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 interval / event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31920" y="2084832"/>
            <a:ext cx="41148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434840" y="1828800"/>
            <a:ext cx="1325880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ADMITTED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34840" y="2450592"/>
            <a:ext cx="1325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输入进入 durable inbox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06440" y="2084832"/>
            <a:ext cx="41148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309360" y="1828800"/>
            <a:ext cx="1325880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2450592"/>
            <a:ext cx="1325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SessionRun 执行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80960" y="2084832"/>
            <a:ext cx="41148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183880" y="1828800"/>
            <a:ext cx="1325880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VERIFYING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83880" y="2450592"/>
            <a:ext cx="1325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验证证据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55480" y="2084832"/>
            <a:ext cx="41148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058400" y="1828800"/>
            <a:ext cx="1325880" cy="50292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058400" y="2450592"/>
            <a:ext cx="1325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达成终止条件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31720" y="4069080"/>
            <a:ext cx="1417320" cy="475488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86200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权限请求 / 需要人工确认 / 外部依赖未满足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331720" y="4892040"/>
            <a:ext cx="1417320" cy="475488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FAILED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86200" y="4937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预算耗尽 / 连续失败 / verifier 不可恢复 / 状态损坏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692640" y="2971800"/>
            <a:ext cx="-5394960" cy="109728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92640" y="2971800"/>
            <a:ext cx="-5394960" cy="1920240"/>
          </a:xfrm>
          <a:prstGeom prst="line">
            <a:avLst/>
          </a:prstGeom>
          <a:noFill/>
          <a:ln w="12700">
            <a:solidFill>
              <a:srgbClr val="D92D2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09728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关键：所有状态都要持久化，重启后可解释恢复，而不是依赖内存 timer。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上下文管理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 Session 与上下文策略：长会话，不等于无限上下文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2788920" cy="9601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Parent Session C1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长期容器：目标、历史、状态、摘要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1938528"/>
            <a:ext cx="868680" cy="0"/>
          </a:xfrm>
          <a:prstGeom prst="line">
            <a:avLst/>
          </a:prstGeom>
          <a:noFill/>
          <a:ln w="17780">
            <a:solidFill>
              <a:srgbClr val="155EEF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754880" y="1325880"/>
            <a:ext cx="18745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Run #1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新一轮推理与工具调用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95160" y="1325880"/>
            <a:ext cx="18745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Run #2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新一轮推理与工具调用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35440" y="1325880"/>
            <a:ext cx="18745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Run #N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新一轮推理与工具调用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1655064"/>
            <a:ext cx="365760" cy="0"/>
          </a:xfrm>
          <a:prstGeom prst="line">
            <a:avLst/>
          </a:prstGeom>
          <a:noFill/>
          <a:ln w="127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869680" y="1655064"/>
            <a:ext cx="365760" cy="0"/>
          </a:xfrm>
          <a:prstGeom prst="line">
            <a:avLst/>
          </a:prstGeom>
          <a:noFill/>
          <a:ln w="127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7724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 Context Window（固定上限）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2377440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早期历史消息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54680" y="3611880"/>
            <a:ext cx="2148840" cy="50292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最近几轮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3611880"/>
            <a:ext cx="1965960" cy="50292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当前任务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4343400"/>
            <a:ext cx="0" cy="365760"/>
          </a:xfrm>
          <a:prstGeom prst="line">
            <a:avLst/>
          </a:prstGeom>
          <a:noFill/>
          <a:ln w="16510">
            <a:solidFill>
              <a:srgbClr val="6D3FF7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057400" y="4727448"/>
            <a:ext cx="3886200" cy="475488"/>
          </a:xfrm>
          <a:prstGeom prst="roundRect">
            <a:avLst/>
          </a:prstGeom>
          <a:solidFill>
            <a:srgbClr val="F3EFFF"/>
          </a:solidFill>
          <a:ln w="12700">
            <a:solidFill>
              <a:srgbClr val="6D3F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3F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接近上限：Compaction / Checkpoint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23360" y="5285232"/>
            <a:ext cx="0" cy="338328"/>
          </a:xfrm>
          <a:prstGeom prst="line">
            <a:avLst/>
          </a:prstGeom>
          <a:noFill/>
          <a:ln w="16510">
            <a:solidFill>
              <a:srgbClr val="6D3FF7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188720" y="5632704"/>
            <a:ext cx="56692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压缩后：历史摘要 + 最近几轮 + 当前任务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18120" y="3337560"/>
            <a:ext cx="3474720" cy="402336"/>
          </a:xfrm>
          <a:prstGeom prst="roundRect">
            <a:avLst/>
          </a:prstGeom>
          <a:solidFill>
            <a:srgbClr val="D92D20"/>
          </a:solidFill>
          <a:ln w="12700">
            <a:solidFill>
              <a:srgbClr val="D92D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工程含义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18120" y="3785616"/>
            <a:ext cx="3474720" cy="1060704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Loop 的长期记忆必须外置到 LoopState / progress.md / verifier evidence，不能只依赖会话摘要。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资料：OpenCode V2 compaction docs：checkpoint + serialized tail；compaction 有损但不删除 durable session messages</a:t>
            </a:r>
            <a:endParaRPr lang="en-US" sz="6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实施路径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两条路线：PoC 先验证，Core Native 再产品化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路线 A：Plugin PoC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8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路线 B：Core Native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实现 /loop、/loop-pause、/loop-doctor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只在 idle 时注入下一轮 prompt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project-level state：.opencode/loop/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快速验证用户心智与任务模板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不能承诺 crash recovery / 串行不变量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新增 SessionLoopService / LoopState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Scheduler 只写 durable inbox + wake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Coordinator 保证同 Session 单活跃 run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权限 blocked / verifier / budgets 成为一等状态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支持长期运行、恢复、审计和企业治理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9904" y="1298448"/>
            <a:ext cx="0" cy="393192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5596128"/>
            <a:ext cx="9235440" cy="5486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推荐：A 用 1–2 周做体验验证；B 作为正式研发路线进入 V2 runtime。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资料：参考社区 opencode-loop 的 prompt / command / shell job 分离和 idle-safe 思路</a:t>
            </a:r>
            <a:endParaRPr lang="en-US" sz="6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里程碑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交付路线图：从命令体验到企业级稳定性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621792" cy="50292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72768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Plugin PoC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1248" y="239572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命令体验、interval、pause/resume、progress.md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36976" y="1984248"/>
            <a:ext cx="329184" cy="0"/>
          </a:xfrm>
          <a:prstGeom prst="line">
            <a:avLst/>
          </a:prstGeom>
          <a:noFill/>
          <a:ln w="127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611880" y="1737360"/>
            <a:ext cx="621792" cy="502920"/>
          </a:xfrm>
          <a:prstGeom prst="roundRect">
            <a:avLst/>
          </a:prstGeom>
          <a:solidFill>
            <a:srgbClr val="6D3FF7"/>
          </a:solidFill>
          <a:ln w="12700">
            <a:solidFill>
              <a:srgbClr val="6D3F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1688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Admission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30168" y="239572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LoopState、durable inbox、terminal follow-up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5896" y="1984248"/>
            <a:ext cx="329184" cy="0"/>
          </a:xfrm>
          <a:prstGeom prst="line">
            <a:avLst/>
          </a:prstGeom>
          <a:noFill/>
          <a:ln w="127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0" y="1737360"/>
            <a:ext cx="621792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Verifier &amp; Safety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19088" y="239572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测试证据、预算、blocked 状态、权限暂停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14816" y="1984248"/>
            <a:ext cx="329184" cy="0"/>
          </a:xfrm>
          <a:prstGeom prst="line">
            <a:avLst/>
          </a:prstGeom>
          <a:noFill/>
          <a:ln w="127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89720" y="1737360"/>
            <a:ext cx="621792" cy="502920"/>
          </a:xfrm>
          <a:prstGeom prst="roundRect">
            <a:avLst/>
          </a:prstGeom>
          <a:solidFill>
            <a:srgbClr val="1B8A5A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939528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Hardening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208008" y="239572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crash recovery、100轮 soak、观测与审计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3794760"/>
            <a:ext cx="2468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用户体验验证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4343400"/>
            <a:ext cx="3703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Runtime 不变量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4892040"/>
            <a:ext cx="29260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安全与验证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43800" y="5440680"/>
            <a:ext cx="32461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生产可靠性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8680" y="3657600"/>
            <a:ext cx="992124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评估矩阵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验收标准：不要看“跑了多久”，要看“是否可靠推进”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1234440" cy="438912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串行性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13716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 Session 任意时刻只有一个 active run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399032"/>
            <a:ext cx="411480" cy="256032"/>
          </a:xfrm>
          <a:prstGeom prst="roundRect">
            <a:avLst/>
          </a:prstGeom>
          <a:solidFill>
            <a:srgbClr val="FEF3F2"/>
          </a:solidFill>
          <a:ln w="10160">
            <a:solidFill>
              <a:srgbClr val="D92D20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09360" y="1325880"/>
            <a:ext cx="1234440" cy="438912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26680" y="13716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代表性任务 20/50/100 轮不假完成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201400" y="1399032"/>
            <a:ext cx="411480" cy="256032"/>
          </a:xfrm>
          <a:prstGeom prst="roundRect">
            <a:avLst/>
          </a:prstGeom>
          <a:solidFill>
            <a:srgbClr val="FEF3F2"/>
          </a:solidFill>
          <a:ln w="10160">
            <a:solidFill>
              <a:srgbClr val="D92D20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1234440" cy="438912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92D2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6060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ask/deny 触发 blocked，不自动绕过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23560" y="2633472"/>
            <a:ext cx="411480" cy="256032"/>
          </a:xfrm>
          <a:prstGeom prst="roundRect">
            <a:avLst/>
          </a:prstGeom>
          <a:solidFill>
            <a:srgbClr val="FEF3F2"/>
          </a:solidFill>
          <a:ln w="10160">
            <a:solidFill>
              <a:srgbClr val="D92D20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1234440" cy="4389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可恢复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26680" y="26060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重启后 job 状态不丢、不重复执行已完成 turn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01400" y="2633472"/>
            <a:ext cx="411480" cy="2560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155EEF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1234440" cy="4389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48840" y="38404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compaction 后保留 verifier evidence 与关键决策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23560" y="3867912"/>
            <a:ext cx="411480" cy="2560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155EEF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3794760"/>
            <a:ext cx="1234440" cy="4389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可观测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26680" y="38404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每轮原因、输入、输出、证据、预算可审计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01400" y="3867912"/>
            <a:ext cx="411480" cy="2560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155EEF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5394960"/>
            <a:ext cx="9966960" cy="402336"/>
          </a:xfrm>
          <a:prstGeom prst="roundRect">
            <a:avLst/>
          </a:prstGeom>
          <a:solidFill>
            <a:srgbClr val="1B8A5A"/>
          </a:solidFill>
          <a:ln w="12700">
            <a:solidFill>
              <a:srgbClr val="1B8A5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建议测试集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5843016"/>
            <a:ext cx="9966960" cy="283464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1B8A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真实仓库修 bug / 补测试 / 类型修复 / 重构后验证 / flaky 失败恢复；每类至少 10 个任务。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决策与下一步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最终建议：立项，但以 Runtime 原生化为红线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建议决策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749040" cy="64008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1B8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8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启动 OpenCode Native Loop 项目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321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边界条件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77840" y="19202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不以 V1 SessionPrompt.loop() 作为最终承载层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577840" y="23774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不允许 Scheduler 直接调用 Provider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77840" y="28346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不绕过权限系统：ask/deny 必须可暂停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77840" y="32918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不只依赖模型说 COMPLETE，必须有 verifier evidence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731520" cy="438912"/>
          </a:xfrm>
          <a:prstGeom prst="roundRect">
            <a:avLst/>
          </a:prstGeom>
          <a:solidFill>
            <a:srgbClr val="0B1F5B"/>
          </a:solidFill>
          <a:ln w="12700">
            <a:solidFill>
              <a:srgbClr val="0B1F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43251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 PoC scope：命令、状态文件、idle-safe、pause/resume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4526280" y="4297680"/>
            <a:ext cx="731520" cy="438912"/>
          </a:xfrm>
          <a:prstGeom prst="roundRect">
            <a:avLst/>
          </a:prstGeom>
          <a:solidFill>
            <a:srgbClr val="0B1F5B"/>
          </a:solidFill>
          <a:ln w="12700">
            <a:solidFill>
              <a:srgbClr val="0B1F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43251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 Core Native 设计：LoopState / Scheduler / Coordinator 边界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8275320" y="4297680"/>
            <a:ext cx="731520" cy="438912"/>
          </a:xfrm>
          <a:prstGeom prst="roundRect">
            <a:avLst/>
          </a:prstGeom>
          <a:solidFill>
            <a:srgbClr val="0B1F5B"/>
          </a:solidFill>
          <a:ln w="12700">
            <a:solidFill>
              <a:srgbClr val="0B1F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43251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 50 轮 soak test 与权限 blocked 验收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1097280" y="5715000"/>
            <a:ext cx="9966960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一句话：能做，值得做；但只有 Runtime Native 才算真正解决问题。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 /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附录：本次判断的主要依据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Loop Runtime Proposal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6364224"/>
            <a:ext cx="11384280" cy="0"/>
          </a:xfrm>
          <a:prstGeom prst="line">
            <a:avLst/>
          </a:prstGeom>
          <a:noFill/>
          <a:ln w="7620">
            <a:solidFill>
              <a:srgbClr val="EA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34440"/>
            <a:ext cx="2057400" cy="40233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Cursor /loop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99232" y="12618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2026-05-20 Changelog：/loop 可按本地 schedule 重复运行 prompt，直到结果达成或停止。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777240" y="1984248"/>
            <a:ext cx="2057400" cy="40233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Cursor Hooks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99232" y="20116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stop hook 支持 followup_message、loop_count、loop_limit；session_id = conversation_id。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777240" y="2734056"/>
            <a:ext cx="2057400" cy="40233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compaction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99232" y="27614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V2 compaction 用 checkpoint + recent tail 重建模型上下文；compaction 有损但 durable messages 保留。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777240" y="3483864"/>
            <a:ext cx="2057400" cy="40233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prompt.ts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99232" y="35112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 SessionPrompt 内部已有 agentic loop，但属于单任务内 LLM/Tool 循环。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777240" y="4233672"/>
            <a:ext cx="2057400" cy="40233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issues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99232" y="42611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13577 / 31152 显示 termination 与 compaction loop 的真实故障风险。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777240" y="4983480"/>
            <a:ext cx="2057400" cy="40233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5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社区 opencode-loop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99232" y="50109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已验证外部 plugin 能提供 prompt/command/shell 定时与 idle-safe 体验，但不是 core runtime。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注：OpenCode V2 Runtime 的具体实现仍需在正式开发前以当前 dev 分支源码为准复核；本 deck 的架构判断以 2026-08-12 调研结果为基线。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原生 Loop 改造可行性：能不能，为什么，怎么做</dc:title>
  <dc:subject>OpenCode 原生 Loop 改造公司例会汇报</dc:subject>
  <dc:creator>OpenAI</dc:creator>
  <cp:lastModifiedBy>OpenAI</cp:lastModifiedBy>
  <cp:revision>1</cp:revision>
  <dcterms:created xsi:type="dcterms:W3CDTF">2026-08-12T12:59:31Z</dcterms:created>
  <dcterms:modified xsi:type="dcterms:W3CDTF">2026-08-12T12:59:31Z</dcterms:modified>
</cp:coreProperties>
</file>