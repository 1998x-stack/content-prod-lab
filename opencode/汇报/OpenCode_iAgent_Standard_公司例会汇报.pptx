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开场：这份汇报不是证明 OpenCode 一定更强，而是把公司能做的工程目标讲清楚：限定 iagent/standard，同模型对比，争取 Harness 持平。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先给管理层答案：如果两边都用 iagent/standard，可以追平；如果跟 Claude Code 原生 Opus 比，目标不合理。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强调：不能只问谁更强；需要把复杂系统拆成变量。管理层要接受这不是一个简单功能开发，而是 Harness 研究与评测项目。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这是核心方法论。必须固定模型，不然改造结果无法归因。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用研究证据给管理层信心：改 Harness 不是边角料，确实能改变结果；而 OpenCode 的问题也不是完全未知。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强调不可承诺全面超越，避免不现实 KPI。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这张图向公司解释：我们不是要把 OpenCode 变成 Claude Code，而是利用开放 Runtime 做可控优化。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这是本项目路线的关键排序：先做可观测和最小高收益改造，不做大规模重构或一上来多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告诉管理层：我们将把风险控制在实验层，不会直接动大核心然后难以回滚。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这是汇报中最具体的源码级抓手。先验证这个假设，可能比上来做多 Agent 或重构 Session 更快见效。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把改造方向从模糊的“更聪明”变成具体机制：观测、上下文、探索、验证和停止。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没有评测体系，工程改造会变成争论。这里给出最小可落地框架。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这页是最终验收口径，避免只看 Pass@1 或只看某一次 demo。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给公司例会一个可执行计划：先投入4-6周，不做无底洞。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这页用于收口和让管理层做决策。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附录可在问答时展示；正文中尽量少打断。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F"/>
          </a:solidFill>
          <a:ln w="12700">
            <a:solidFill>
              <a:srgbClr val="F3F7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94360"/>
            <a:ext cx="2057400" cy="310896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公司例会汇报｜决策版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74980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× iagent/standard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能否与 Claude Code 能力持平？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21792" y="2697480"/>
            <a:ext cx="57607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结论、原因、改造路线与评测闭环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858768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261104"/>
            <a:ext cx="448056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限定同一 iagent/standard 模型、同一工具与预算：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有机会达到统计意义上的持平。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2240" y="36576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3858768"/>
            <a:ext cx="1828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边界条件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4261104"/>
            <a:ext cx="42062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不能承诺全面超过 Claude Code + 原生 Claude/Opus；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目标应从“克隆”改成“特定 workload Pareto 持平”。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38360" y="6172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2026-08-12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先给答案：能，但不是“全面超越”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01｜结论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33856"/>
            <a:ext cx="914400" cy="731520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783080" y="1115568"/>
            <a:ext cx="45720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在“同模型、同预算、同任务”下持平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83080" y="1609344"/>
            <a:ext cx="45262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Claude Code 和 OpenCode 都压到 iagent/standard 后，模型变量基本固定，胜负主要取决于 Harness：搜索、上下文、工具调用、验证与停止策略。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914400" cy="731520"/>
          </a:xfrm>
          <a:prstGeom prst="roundRect">
            <a:avLst/>
          </a:prstGeom>
          <a:solidFill>
            <a:srgbClr val="FEE2E2"/>
          </a:solidFill>
          <a:ln>
            <a:solidFill>
              <a:srgbClr val="FECAC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83080" y="3246120"/>
            <a:ext cx="4663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不承诺全面追平原生 Claude Code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83080" y="3730752"/>
            <a:ext cx="452628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 与 Claude 模型、Subagents、Agent Teams、上下文管理和企业策略是原生一体化体系；目标本身还在快速移动。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1060704"/>
            <a:ext cx="47091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1353312"/>
            <a:ext cx="2468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建议的决策口径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22592" y="1883664"/>
            <a:ext cx="786384" cy="292608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36992" y="1856232"/>
            <a:ext cx="3063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不是“OpenCode &gt; Claude Code”，而是“OpenCode+iagent 在公司 workload 上不显著落后”。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022592" y="2871216"/>
            <a:ext cx="786384" cy="292608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36992" y="2843784"/>
            <a:ext cx="3063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 Harness Benchmark 与 Trace Diff，再做小步改造和 ablation。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022592" y="3858768"/>
            <a:ext cx="786384" cy="292608"/>
          </a:xfrm>
          <a:prstGeom prst="roundRect">
            <a:avLst/>
          </a:prstGeom>
          <a:solidFill>
            <a:srgbClr val="FFEDD5"/>
          </a:solidFill>
          <a:ln>
            <a:solidFill>
              <a:srgbClr val="FFEDD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36992" y="3831336"/>
            <a:ext cx="30632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成功率持平；成本、耗时、人工介入率不劣；失败模式可解释。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为什么这个问题不能只用“感觉”回答？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02｜问题难点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43000"/>
            <a:ext cx="502920" cy="502920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179576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定位不同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160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是开放、多模型 Runtime；Claude Code 是 Claude 原生 Harness。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217920" y="1143000"/>
            <a:ext cx="502920" cy="502920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0" y="1179576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变量耦合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0" y="1645920"/>
            <a:ext cx="4160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模型、Prompt、Tool Schema、Context、权限、Compaction 会互相影响。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236976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公开数据不够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703320"/>
            <a:ext cx="4160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SWE-bench 只覆盖一部分；公司真实 workload 需要私有评测。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217920" y="3200400"/>
            <a:ext cx="502920" cy="50292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3236976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连锁反应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49440" y="3703320"/>
            <a:ext cx="4160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改工具输出格式可能影响模型行为、Token、压缩时机和停止策略。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143000" y="5486400"/>
            <a:ext cx="9875520" cy="676656"/>
          </a:xfrm>
          <a:prstGeom prst="roundRect">
            <a:avLst>
              <a:gd name="adj" fmla="val 1081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5641848"/>
            <a:ext cx="9326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真正要评估的是：Coding Agent 能力 = Model × Harness × Context × Tools × Verification × UX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“持平”的定义：固定 iagent/standard 后，再比较 Harness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03｜公平比较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1042416"/>
            <a:ext cx="969264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1792224"/>
            <a:ext cx="1234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Same 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iagent/standard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209544"/>
            <a:ext cx="12344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Product Mode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多模型路由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58568" y="1243584"/>
            <a:ext cx="22768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1728" y="1243584"/>
            <a:ext cx="22768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Base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04888" y="1243584"/>
            <a:ext cx="22768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Modified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8048" y="1243584"/>
            <a:ext cx="2276856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Modified + Best Route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58568" y="1865376"/>
            <a:ext cx="2258568" cy="1051560"/>
          </a:xfrm>
          <a:prstGeom prst="roundRect">
            <a:avLst/>
          </a:prstGeom>
          <a:solidFill>
            <a:srgbClr val="DBEAFE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金标准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CC + iagent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81728" y="1865376"/>
            <a:ext cx="2258568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当前差距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OC-0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04888" y="1865376"/>
            <a:ext cx="2258568" cy="1051560"/>
          </a:xfrm>
          <a:prstGeom prst="round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改造因果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OC-1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28048" y="1865376"/>
            <a:ext cx="2258568" cy="1051560"/>
          </a:xfrm>
          <a:prstGeom prst="roundRect">
            <a:avLst/>
          </a:prstGeom>
          <a:solidFill>
            <a:srgbClr val="FFEDD5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产品能力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OC-Routed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58568" y="3282696"/>
            <a:ext cx="2258568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不适用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避免混淆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81728" y="3282696"/>
            <a:ext cx="2258568" cy="1051560"/>
          </a:xfrm>
          <a:prstGeom prst="roundRect">
            <a:avLst/>
          </a:prstGeom>
          <a:solidFill>
            <a:srgbClr val="EDE9FE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探索多模型收益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04888" y="3282696"/>
            <a:ext cx="2258568" cy="1051560"/>
          </a:xfrm>
          <a:prstGeom prst="roundRect">
            <a:avLst/>
          </a:prstGeom>
          <a:solidFill>
            <a:srgbClr val="EDE9FE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最终产品形态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28048" y="3282696"/>
            <a:ext cx="2258568" cy="1051560"/>
          </a:xfrm>
          <a:prstGeom prst="roundRect">
            <a:avLst/>
          </a:prstGeom>
          <a:solidFill>
            <a:srgbClr val="EDE9FE"/>
          </a:solidFill>
          <a:ln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商业/成本最优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43000" y="5230368"/>
            <a:ext cx="9875520" cy="804672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5413248"/>
            <a:ext cx="9326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第一阶段只看 Same Model：如果同一个 iagent/standard 下 OpenCode 追不上，说明 Harness 还有硬差距；如果追上，再谈多模型路由。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为什么“能”：Harness 本身就是一阶变量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04｜证据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78992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53312"/>
            <a:ext cx="36576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A：Harness 可改变 Pass@1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1755648"/>
            <a:ext cx="4389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Claw-SWE-Bench：固定模型时，Harness 选择最高带来约 27.4 个百分点 Pass@1 差异。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6400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514600"/>
            <a:ext cx="640080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94760"/>
            <a:ext cx="960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 Harness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3794760"/>
            <a:ext cx="10058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 Harness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23408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+27.4pp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54680" y="2871216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同一模型也可能因 Harness 重新排序。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78992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 B：OpenCode 有可定位的效率问题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1755648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Scaffold Effect：OpenCode no-action turns 约为 Goose 的 10×；每次空转都携带完整上下文，形成等待/成本税。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26974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10×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366760" y="2816352"/>
            <a:ext cx="21945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no-action turns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3703320"/>
            <a:ext cx="4069080" cy="0"/>
          </a:xfrm>
          <a:prstGeom prst="line">
            <a:avLst/>
          </a:prstGeom>
          <a:noFill/>
          <a:ln w="762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703320"/>
            <a:ext cx="3474720" cy="0"/>
          </a:xfrm>
          <a:prstGeom prst="line">
            <a:avLst/>
          </a:prstGeom>
          <a:noFill/>
          <a:ln w="762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977640"/>
            <a:ext cx="42062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这不是玄学：可以通过 Trace 定位并优化。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资料：Claw-SWE-Bench；The Scaffold Effect in Coding Agents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为什么“不能”：不要把目标设成追逐移动靶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05｜边界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901952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48840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原生栈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615184"/>
            <a:ext cx="274320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 与 Claude 模型、Subagents、Agent Teams、上下文和安全策略深度耦合；外部 Harness 很难复制全部隐性优化。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526280" y="1188720"/>
            <a:ext cx="548640" cy="548640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26280" y="1901952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48840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iagent/standard 上限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615184"/>
            <a:ext cx="274320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iagent/standard 的推理、工具调用或长上下文能力低于 Claude 原生模型，Harness 无法完全弥补模型天花板。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321040" y="1188720"/>
            <a:ext cx="548640" cy="54864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21040" y="1901952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2148840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工程连锁反应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49640" y="2615184"/>
            <a:ext cx="274320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Prompt、Tool、Session、Compaction、权限互相耦合；大改容易让 Pass、成本、稳定性此消彼长。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60120" y="4983480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5202936"/>
            <a:ext cx="96012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因此，正确目标不是“复制 Claude Code”，而是：在公司真实 workload 上，通过可测的 Harness 优化，达到 iagent/standard 条件下的能力/效率 Pareto 持平。</a:t>
            </a:r>
            <a:endParaRPr lang="en-US" sz="1360" dirty="0"/>
          </a:p>
        </p:txBody>
      </p:sp>
      <p:sp>
        <p:nvSpPr>
          <p:cNvPr id="19" name="Shape 17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资料：Claude Code Agent Teams 官方文档；OpenCode 架构与插件文档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两套系统的本质差异：Open Runtime vs Native Harness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06｜定位差异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0584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261872"/>
            <a:ext cx="3291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+ iagent/standard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416052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Runtime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234440" y="2487168"/>
            <a:ext cx="416052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/ Session / 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852928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234440" y="3145536"/>
            <a:ext cx="416052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Provider Adapter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511296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234440" y="3803904"/>
            <a:ext cx="4160520" cy="347472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iagent/standard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4169664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234440" y="4462272"/>
            <a:ext cx="4160520" cy="347472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公司网关 / 策略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285232"/>
            <a:ext cx="4526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优势：可控、可改、多模型、易接企业 Gateway。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风险：Harness 需要自己调优。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00584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261872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12280" y="1828800"/>
            <a:ext cx="4160520" cy="347472"/>
          </a:xfrm>
          <a:prstGeom prst="roundRect">
            <a:avLst/>
          </a:prstGeom>
          <a:solidFill>
            <a:srgbClr val="EDE9FE"/>
          </a:solidFill>
          <a:ln>
            <a:solidFill>
              <a:srgbClr val="DDD6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Models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0" y="2194560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812280" y="2487168"/>
            <a:ext cx="4160520" cy="347472"/>
          </a:xfrm>
          <a:prstGeom prst="roundRect">
            <a:avLst/>
          </a:prstGeom>
          <a:solidFill>
            <a:srgbClr val="EDE9FE"/>
          </a:solidFill>
          <a:ln>
            <a:solidFill>
              <a:srgbClr val="DDD6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 Harness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869680" y="2852928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812280" y="3145536"/>
            <a:ext cx="416052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Subagents / Agent Teams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869680" y="3511296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812280" y="3803904"/>
            <a:ext cx="416052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 / MCP / Hooks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69680" y="4169664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812280" y="4462272"/>
            <a:ext cx="4160520" cy="3474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Enterprise Guardrails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5285232"/>
            <a:ext cx="4526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优势：原生整合、低摩擦、稳定。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风险：不可控、供应商绑定、难做自定义 Harness。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资料：OpenCode Providers；Claude Code Agent Teams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要追平，优先补这些 Harness 短板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07｜差距假设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78992"/>
            <a:ext cx="502920" cy="384048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1078992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模型画像缺失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03320" y="1051560"/>
            <a:ext cx="7269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iagent/standard 若只暴露别名，可能无法触发适配的系统 Prompt / tool behavior。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1325880" y="1691640"/>
            <a:ext cx="9829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39112"/>
            <a:ext cx="502920" cy="38404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3312" y="2039112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过重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03320" y="2011680"/>
            <a:ext cx="7269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工具输出、历史消息和空转 turn 放大 Token、耗时和失败概率。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325880" y="2651760"/>
            <a:ext cx="9829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99232"/>
            <a:ext cx="50292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53312" y="2999232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探索不稳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2971800"/>
            <a:ext cx="7269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找代码策略影响第一轮编辑质量；搜索不足或读文件过多都会伤害效率。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1325880" y="3611880"/>
            <a:ext cx="9829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59352"/>
            <a:ext cx="50292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959352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验证不足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03320" y="3931920"/>
            <a:ext cx="7269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只跑可见测试不足以证明需求满足；需要 changed-code 相关验证门。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325880" y="4572000"/>
            <a:ext cx="9829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19472"/>
            <a:ext cx="502920" cy="384048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53312" y="4919472"/>
            <a:ext cx="2194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停止/恢复策略弱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03320" y="4892040"/>
            <a:ext cx="7269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长任务可能早停、空转或陷入重复工具调用，需要 progress detector。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1325880" y="5532120"/>
            <a:ext cx="9829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改造原则：不是大 Fork，而是可回滚的 Harness 实验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08｜工程策略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1417320" cy="50292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记录行为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30552" y="1719072"/>
            <a:ext cx="3383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560320" y="1463040"/>
            <a:ext cx="1417320" cy="502920"/>
          </a:xfrm>
          <a:prstGeom prst="roundRect">
            <a:avLst/>
          </a:prstGeom>
          <a:solidFill>
            <a:srgbClr val="DBEAFE"/>
          </a:solidFill>
          <a:ln>
            <a:solidFill>
              <a:srgbClr val="BFDBF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形成假设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05072" y="1719072"/>
            <a:ext cx="3383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434840" y="1463040"/>
            <a:ext cx="1417320" cy="502920"/>
          </a:xfrm>
          <a:prstGeom prst="roundRect">
            <a:avLst/>
          </a:prstGeom>
          <a:solidFill>
            <a:srgbClr val="FFEDD5"/>
          </a:solidFill>
          <a:ln>
            <a:solidFill>
              <a:srgbClr val="FED7A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小步改造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79592" y="1719072"/>
            <a:ext cx="3383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09360" y="1463040"/>
            <a:ext cx="1417320" cy="502920"/>
          </a:xfrm>
          <a:prstGeom prst="roundRect">
            <a:avLst/>
          </a:prstGeom>
          <a:solidFill>
            <a:srgbClr val="FFEDD5"/>
          </a:solidFill>
          <a:ln>
            <a:solidFill>
              <a:srgbClr val="FED7A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A/B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同模型对比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54112" y="1719072"/>
            <a:ext cx="3383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183880" y="1463040"/>
            <a:ext cx="141732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Ablation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归因验证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28632" y="1719072"/>
            <a:ext cx="3383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058400" y="1463040"/>
            <a:ext cx="141732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BBF7D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Merge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0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达到门槛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297180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 Flag 机制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3657600"/>
            <a:ext cx="4389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experimental: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model_profile_iagent: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context_governor_v2: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verify_gate_v2: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stop_policy_v2: false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2971800"/>
            <a:ext cx="4800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停止条件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3639312"/>
            <a:ext cx="40690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任何改动若带来：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成功率无显著提升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Token/耗时明显变差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Hang/人工介入增加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就回滚，不进入组合实验。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P0：iagent/standard 模型画像与 Prompt 适配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09｜第一优先级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42416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关键假设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1810512"/>
            <a:ext cx="4800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可能按 model.api.id 字符串选择模型族 system prompt。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 iagent/standard 只以别名暴露，可能落到通用 Prompt，而不是最适合它真实后端的 profile。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3337560"/>
            <a:ext cx="4800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这是低成本、高潜在收益的优先验证项：不改大架构，先把模型能力、工具调用风格、上下文长度、思考开关、错误模式显式建模。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400800" y="1042416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2552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改造动作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1783080"/>
            <a:ext cx="320040" cy="32004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68896" y="1801368"/>
            <a:ext cx="1965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 Profile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68896" y="2093976"/>
            <a:ext cx="3794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provider=iagent，served=iagent/standard，family=DeepSeek-like/Qwen-like/unknown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20840" y="2624328"/>
            <a:ext cx="320040" cy="32004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68896" y="2642616"/>
            <a:ext cx="1965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Prompt Router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68896" y="2935224"/>
            <a:ext cx="3794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 profile 选择 system prompt、工具风格和验证偏好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20840" y="3465576"/>
            <a:ext cx="320040" cy="32004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68896" y="3483864"/>
            <a:ext cx="1965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Capability Probe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68896" y="3776472"/>
            <a:ext cx="3794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启动时小测 tool-call、JSON、长上下文、patch、bash 行为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20840" y="4306824"/>
            <a:ext cx="320040" cy="320040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68896" y="4325112"/>
            <a:ext cx="1965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Regression Guard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68896" y="4617720"/>
            <a:ext cx="37947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保持可回滚，所有 profile 改动独立 A/B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P1–P3：让 Agent 少空转、少读废上下文、多验证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10｜核心改造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78992"/>
            <a:ext cx="566928" cy="475488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35608" y="1106424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 Profiler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35608" y="1581912"/>
            <a:ext cx="4023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记录每个 turn：tool、tokens、文件、edit、test、no-action、retry、cost。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35608" y="2313432"/>
            <a:ext cx="2880360" cy="310896"/>
          </a:xfrm>
          <a:prstGeom prst="roundRect">
            <a:avLst/>
          </a:prstGeom>
          <a:solidFill>
            <a:srgbClr val="DBEAFE"/>
          </a:solidFill>
          <a:ln>
            <a:solidFill>
              <a:srgbClr val="DBEA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先看清楚再改。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1078992"/>
            <a:ext cx="566928" cy="47548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59168" y="1106424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Governor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59168" y="1581912"/>
            <a:ext cx="4023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压缩工具输出；保留高信号证据；按 task 状态重组上下文。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59168" y="2313432"/>
            <a:ext cx="2880360" cy="310896"/>
          </a:xfrm>
          <a:prstGeom prst="roundRect">
            <a:avLst/>
          </a:prstGeom>
          <a:solidFill>
            <a:srgbClr val="FFEDD5"/>
          </a:solidFill>
          <a:ln>
            <a:solidFill>
              <a:srgbClr val="FFEDD5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减少等待税。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227832"/>
            <a:ext cx="566928" cy="47548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35608" y="3255264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Exploration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35608" y="3730752"/>
            <a:ext cx="4023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搜索优先、LSP/grep 结合；先找相关文件，再读精确片段。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35608" y="4462272"/>
            <a:ext cx="2880360" cy="310896"/>
          </a:xfrm>
          <a:prstGeom prst="roundRect">
            <a:avLst/>
          </a:prstGeom>
          <a:solidFill>
            <a:srgbClr val="EDE9FE"/>
          </a:solidFill>
          <a:ln>
            <a:solidFill>
              <a:srgbClr val="EDE9FE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更快找到对的代码。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3227832"/>
            <a:ext cx="566928" cy="47548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59168" y="3255264"/>
            <a:ext cx="2560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 &amp; Stop Gate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59168" y="3730752"/>
            <a:ext cx="4023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changed-code 相关测试、静态检查、重复动作检测、stagnation 终止/重规划。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059168" y="4462272"/>
            <a:ext cx="2880360" cy="310896"/>
          </a:xfrm>
          <a:prstGeom prst="roundRect">
            <a:avLst/>
          </a:prstGeom>
          <a:solidFill>
            <a:srgbClr val="DCFCE7"/>
          </a:solidFill>
          <a:ln>
            <a:solidFill>
              <a:srgbClr val="DCFCE7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防早停和空转。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评测体系：没有这个，任何“持平”都不可证明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11｜Benchmark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05840"/>
            <a:ext cx="516636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298448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4-cell A/B：保证可归因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1920240" cy="457200"/>
          </a:xfrm>
          <a:prstGeom prst="roundRect">
            <a:avLst/>
          </a:prstGeom>
          <a:solidFill>
            <a:srgbClr val="DBEAFE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CC+iagent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051560" y="2404872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Gold baseline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1920240" cy="457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 Base+iagent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383280" y="2404872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当前差距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1051560" y="3108960"/>
            <a:ext cx="1920240" cy="457200"/>
          </a:xfrm>
          <a:prstGeom prst="roundRect">
            <a:avLst/>
          </a:prstGeom>
          <a:solidFill>
            <a:srgbClr val="DCFCE7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 Modified+iagent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051560" y="3639312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改造效果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1920240" cy="457200"/>
          </a:xfrm>
          <a:prstGeom prst="roundRect">
            <a:avLst/>
          </a:prstGeom>
          <a:solidFill>
            <a:srgbClr val="EDE9FE"/>
          </a:solidFill>
          <a:ln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 Modified+routing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383280" y="3639312"/>
            <a:ext cx="1920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产品上限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4389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只要模型不固定，结论就无法归因。第一阶段必须用同一个 iagent/standard。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263640" y="1005840"/>
            <a:ext cx="525780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298448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层 Eval Pyramid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6500" y="4892040"/>
            <a:ext cx="3977640" cy="38404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L5 私有公司任务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60820" y="4270248"/>
            <a:ext cx="3429000" cy="3840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L4 Long-horizon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35140" y="3648456"/>
            <a:ext cx="2880360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L3 Coding Bench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09460" y="3026664"/>
            <a:ext cx="2331720" cy="3840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Repo Explore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83780" y="2404872"/>
            <a:ext cx="1783080" cy="384048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 Harness Unit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29400" y="5321808"/>
            <a:ext cx="4434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 benchmark 用于横向比较；私有 benchmark 才决定公司是否上线。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资料：Harness-Bench 方法论；SWE-Explore；SWE-bench/Terminal-Bench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验收标准：从“主观感觉”改成 Pareto 持平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12｜成功门槛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92224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Pass@1 / Pass@3 不显著低于 Claude Code+iagent；关键内部任务达到同等区间。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325880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792224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Token、wall-clock、成本不超过基线阈值；空转 turn 明显下降。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383280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849624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Hang、重复动作、人工介入率不高于基线；失败可归因。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6309360" y="3154680"/>
            <a:ext cx="4892040" cy="1508760"/>
          </a:xfrm>
          <a:prstGeom prst="roundRect">
            <a:avLst>
              <a:gd name="adj" fmla="val 484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383280"/>
            <a:ext cx="1463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安全边界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849624"/>
            <a:ext cx="42062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不扩大 blast radius；未澄清任务不越界执行。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1188720" y="5486400"/>
            <a:ext cx="9784080" cy="502920"/>
          </a:xfrm>
          <a:prstGeom prst="round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5623560"/>
            <a:ext cx="9235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一句话：不追求单一排行榜第一，追求“成功率不输、成本不爆、失败可解释、上线可治理”。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实施路线：4–6 周先证明是否值得继续投入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13｜计划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2331720" cy="438912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1 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 Trace Profiler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定义内部 50–100 个任务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跑 CC/OC 同模型基线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3136392" y="1536192"/>
            <a:ext cx="3383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611880" y="1325880"/>
            <a:ext cx="2331720" cy="43891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2 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 iagent model profile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 Prompt/Tool 小改造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跑第一轮 A/B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971032" y="1536192"/>
            <a:ext cx="3383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46520" y="1325880"/>
            <a:ext cx="2331720" cy="438912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3–4 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Governor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Exploration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Verify/Stop Gate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805672" y="1536192"/>
            <a:ext cx="338328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281160" y="1325880"/>
            <a:ext cx="2331720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5–6 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72600" y="1920240"/>
            <a:ext cx="2148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组合实验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私有任务扩展到 200+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形成上线/停止结论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14400" y="3886200"/>
            <a:ext cx="10332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169664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资源建议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999232" y="4187952"/>
            <a:ext cx="7452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名 OpenCode 工程师 + 1 名评测/平台工程师 + 1 名业务代码 reviewer；先做实验性分支，不影响主线。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4709160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 / No-Go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99232" y="4718304"/>
            <a:ext cx="7452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 2 周若 P0 无收益且 Trace 显示差距主要来自模型能力，而非 Harness，则及时收缩目标。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本次例会需要拍板的 3 件事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14｜决策请求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1051560" cy="384048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261872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同意目标口径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10912" y="1252728"/>
            <a:ext cx="5715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不是“全面超越 Claude Code”，而是“同 iagent/standard 下能力持平”。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984248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1051560" cy="384048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2679192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批准评测优先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10912" y="2670048"/>
            <a:ext cx="5715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 Benchmark/Trace，再改源码；没有数据不进入大改。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401568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69080"/>
            <a:ext cx="1051560" cy="384048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4096512"/>
            <a:ext cx="2743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批准 P0–P3 实验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10912" y="4087368"/>
            <a:ext cx="5715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优先模型画像、上下文、探索、验证/停止；Multi-Agent 后置。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818888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5486400"/>
            <a:ext cx="96926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5641848"/>
            <a:ext cx="90525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建议结论：批准 4–6 周 Harness Optimization 试点；以数据判断是否进入正式改造。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377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资料来源与后续阅读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601200" y="265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附录｜来源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713232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05840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Docs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3063240" y="1005840"/>
            <a:ext cx="5440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Providers / Models / Runtime：75+ providers、本地模型与开放 Runtime。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8823960" y="1005840"/>
            <a:ext cx="2606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opencode.ai/docs/providers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777240" y="1572768"/>
            <a:ext cx="10607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 Docs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063240" y="1947672"/>
            <a:ext cx="5440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Teams、Subagents、Claude 原生 Harness 与企业策略。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823960" y="1947672"/>
            <a:ext cx="2606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code.claude.com/docs/en/agent-teams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10607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89504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The Scaffold Effect in Coding Agents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063240" y="2889504"/>
            <a:ext cx="5440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no-action turns 与 per-task idle-turn tax。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823960" y="2889504"/>
            <a:ext cx="2606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arxiv.org/html/2607.22585v1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77240" y="3456432"/>
            <a:ext cx="10607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31336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Claw-SWE-Bench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063240" y="3831336"/>
            <a:ext cx="5440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固定模型下 Harness 选择可带来最高 27.4pp Pass@1 差异。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8823960" y="3831336"/>
            <a:ext cx="2606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arxiv.org/abs/2606.12344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77240" y="4398264"/>
            <a:ext cx="10607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73168"/>
            <a:ext cx="2057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D4E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Harness-Bench / SWE-Explore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3063240" y="4773168"/>
            <a:ext cx="5440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 model × harness 为实验单元；单独评估 repo exploration。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823960" y="4773168"/>
            <a:ext cx="2606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94A3B8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arxiv.org/html/2605.27922v1 / arxiv.org/abs/2606.07297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777240" y="5340096"/>
            <a:ext cx="106070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5852160"/>
            <a:ext cx="9829800" cy="384048"/>
          </a:xfrm>
          <a:prstGeom prst="roundRect">
            <a:avLst>
              <a:gd name="adj" fmla="val 190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5961888"/>
            <a:ext cx="93726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注：PPT 中所有改造建议均基于“同模型 iagent/standard”前提；若与原生 Claude/Opus 比较，结论需要重新定义。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6473952"/>
            <a:ext cx="113842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654710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公司例会内部汇报｜OpenCode × iagent/standard Harness 改造方案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92840" y="652881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× iagent/standard 对齐 Claude Code 能力</dc:title>
  <dc:subject>OpenCode × iagent/standard 与 Claude Code 持平的可行性与改造路径</dc:subject>
  <dc:creator>OpenAI</dc:creator>
  <cp:lastModifiedBy>OpenAI</cp:lastModifiedBy>
  <cp:revision>1</cp:revision>
  <dcterms:created xsi:type="dcterms:W3CDTF">2026-08-12T12:57:01Z</dcterms:created>
  <dcterms:modified xsi:type="dcterms:W3CDTF">2026-08-12T12:57:01Z</dcterms:modified>
</cp:coreProperties>
</file>